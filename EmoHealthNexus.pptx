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8.xml" ContentType="application/vnd.openxmlformats-officedocument.presentationml.slideMaster+xml"/>
  <Override PartName="/ppt/slideMasters/slideMaster7.xml" ContentType="application/vnd.openxmlformats-officedocument.presentationml.slideMaster+xml"/>
  <Override PartName="/ppt/slideMasters/slideMaster6.xml" ContentType="application/vnd.openxmlformats-officedocument.presentationml.slideMaster+xml"/>
  <Override PartName="/ppt/slideMasters/slideMaster5.xml" ContentType="application/vnd.openxmlformats-officedocument.presentationml.slideMaster+xml"/>
  <Override PartName="/ppt/slideMasters/slideMaster4.xml" ContentType="application/vnd.openxmlformats-officedocument.presentationml.slideMaster+xml"/>
  <Override PartName="/ppt/slideMasters/slideMaster3.xml" ContentType="application/vnd.openxmlformats-officedocument.presentationml.slideMaster+xml"/>
  <Override PartName="/ppt/slideMasters/slideMaster2.xml" ContentType="application/vnd.openxmlformats-officedocument.presentationml.slideMaster+xml"/>
  <Override PartName="/ppt/slideMasters/slideMaster13.xml" ContentType="application/vnd.openxmlformats-officedocument.presentationml.slideMaster+xml"/>
  <Override PartName="/ppt/slideMasters/slideMaster25.xml" ContentType="application/vnd.openxmlformats-officedocument.presentationml.slideMaster+xml"/>
  <Override PartName="/ppt/slideMasters/slideMaster1.xml" ContentType="application/vnd.openxmlformats-officedocument.presentationml.slideMaster+xml"/>
  <Override PartName="/ppt/slideMasters/slideMaster24.xml" ContentType="application/vnd.openxmlformats-officedocument.presentationml.slideMaster+xml"/>
  <Override PartName="/ppt/slideMasters/slideMaster23.xml" ContentType="application/vnd.openxmlformats-officedocument.presentationml.slideMaster+xml"/>
  <Override PartName="/ppt/slideMasters/slideMaster22.xml" ContentType="application/vnd.openxmlformats-officedocument.presentationml.slideMaster+xml"/>
  <Override PartName="/ppt/slideMasters/slideMaster21.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18.xml" ContentType="application/vnd.openxmlformats-officedocument.presentationml.slideMaster+xml"/>
  <Override PartName="/ppt/slideMasters/slideMaster17.xml" ContentType="application/vnd.openxmlformats-officedocument.presentationml.slideMaster+xml"/>
  <Override PartName="/ppt/slideMasters/slideMaster16.xml" ContentType="application/vnd.openxmlformats-officedocument.presentationml.slideMaster+xml"/>
  <Override PartName="/ppt/slideMasters/slideMaster15.xml" ContentType="application/vnd.openxmlformats-officedocument.presentationml.slideMaster+xml"/>
  <Override PartName="/ppt/slideMasters/_rels/slideMaster1.xml.rels" ContentType="application/vnd.openxmlformats-package.relationships+xml"/>
  <Override PartName="/ppt/slideMasters/_rels/slideMaster1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_rels/slideMaster15.xml.rels" ContentType="application/vnd.openxmlformats-package.relationships+xml"/>
  <Override PartName="/ppt/slideMasters/_rels/slideMaster4.xml.rels" ContentType="application/vnd.openxmlformats-package.relationships+xml"/>
  <Override PartName="/ppt/slideMasters/_rels/slideMaster16.xml.rels" ContentType="application/vnd.openxmlformats-package.relationships+xml"/>
  <Override PartName="/ppt/slideMasters/_rels/slideMaster5.xml.rels" ContentType="application/vnd.openxmlformats-package.relationships+xml"/>
  <Override PartName="/ppt/slideMasters/_rels/slideMaster17.xml.rels" ContentType="application/vnd.openxmlformats-package.relationships+xml"/>
  <Override PartName="/ppt/slideMasters/_rels/slideMaster6.xml.rels" ContentType="application/vnd.openxmlformats-package.relationships+xml"/>
  <Override PartName="/ppt/slideMasters/_rels/slideMaster11.xml.rels" ContentType="application/vnd.openxmlformats-package.relationships+xml"/>
  <Override PartName="/ppt/slideMasters/_rels/slideMaster23.xml.rels" ContentType="application/vnd.openxmlformats-package.relationships+xml"/>
  <Override PartName="/ppt/slideMasters/_rels/slideMaster10.xml.rels" ContentType="application/vnd.openxmlformats-package.relationships+xml"/>
  <Override PartName="/ppt/slideMasters/_rels/slideMaster2.xml.rels" ContentType="application/vnd.openxmlformats-package.relationships+xml"/>
  <Override PartName="/ppt/slideMasters/_rels/slideMaster13.xml.rels" ContentType="application/vnd.openxmlformats-package.relationships+xml"/>
  <Override PartName="/ppt/slideMasters/_rels/slideMaster25.xml.rels" ContentType="application/vnd.openxmlformats-package.relationships+xml"/>
  <Override PartName="/ppt/slideMasters/_rels/slideMaster18.xml.rels" ContentType="application/vnd.openxmlformats-package.relationships+xml"/>
  <Override PartName="/ppt/slideMasters/_rels/slideMaster20.xml.rels" ContentType="application/vnd.openxmlformats-package.relationships+xml"/>
  <Override PartName="/ppt/slideMasters/_rels/slideMaster7.xml.rels" ContentType="application/vnd.openxmlformats-package.relationships+xml"/>
  <Override PartName="/ppt/slideMasters/_rels/slideMaster24.xml.rels" ContentType="application/vnd.openxmlformats-package.relationships+xml"/>
  <Override PartName="/ppt/slideMasters/_rels/slideMaster22.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21.xml.rels" ContentType="application/vnd.openxmlformats-package.relationships+xml"/>
  <Override PartName="/ppt/slideMasters/_rels/slideMaster19.xml.rels" ContentType="application/vnd.openxmlformats-package.relationships+xml"/>
  <Override PartName="/ppt/slideMasters/slideMaster14.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5.xml" ContentType="application/vnd.openxmlformats-officedocument.theme+xml"/>
  <Override PartName="/ppt/theme/theme4.xml" ContentType="application/vnd.openxmlformats-officedocument.theme+xml"/>
  <Override PartName="/ppt/theme/theme13.xml" ContentType="application/vnd.openxmlformats-officedocument.theme+xml"/>
  <Override PartName="/ppt/theme/theme3.xml" ContentType="application/vnd.openxmlformats-officedocument.theme+xml"/>
  <Override PartName="/ppt/theme/theme12.xml" ContentType="application/vnd.openxmlformats-officedocument.theme+xml"/>
  <Override PartName="/ppt/theme/theme2.xml" ContentType="application/vnd.openxmlformats-officedocument.theme+xml"/>
  <Override PartName="/ppt/theme/theme11.xml" ContentType="application/vnd.openxmlformats-officedocument.theme+xml"/>
  <Override PartName="/ppt/theme/theme25.xml" ContentType="application/vnd.openxmlformats-officedocument.theme+xml"/>
  <Override PartName="/ppt/theme/theme24.xml" ContentType="application/vnd.openxmlformats-officedocument.theme+xml"/>
  <Override PartName="/ppt/theme/theme23.xml" ContentType="application/vnd.openxmlformats-officedocument.theme+xml"/>
  <Override PartName="/ppt/theme/theme1.xml" ContentType="application/vnd.openxmlformats-officedocument.theme+xml"/>
  <Override PartName="/ppt/theme/theme22.xml" ContentType="application/vnd.openxmlformats-officedocument.theme+xml"/>
  <Override PartName="/ppt/theme/theme21.xml" ContentType="application/vnd.openxmlformats-officedocument.theme+xml"/>
  <Override PartName="/ppt/theme/theme19.xml" ContentType="application/vnd.openxmlformats-officedocument.theme+xml"/>
  <Override PartName="/ppt/theme/theme20.xml" ContentType="application/vnd.openxmlformats-officedocument.theme+xml"/>
  <Override PartName="/ppt/theme/theme18.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15.xml" ContentType="application/vnd.openxmlformats-officedocument.theme+xml"/>
  <Override PartName="/ppt/theme/theme14.xml" ContentType="application/vnd.openxmlformats-officedocument.theme+xml"/>
  <Override PartName="/ppt/_rels/presentation.xml.rels" ContentType="application/vnd.openxmlformats-package.relationships+xml"/>
  <Override PartName="/ppt/media/image1.jpeg" ContentType="image/jpeg"/>
  <Override PartName="/ppt/media/image2.jpeg" ContentType="image/jpeg"/>
  <Override PartName="/ppt/media/image3.jpeg" ContentType="image/jpeg"/>
  <Override PartName="/ppt/media/image4.jpeg" ContentType="image/jpeg"/>
  <Override PartName="/ppt/media/image5.jpeg" ContentType="image/jpeg"/>
  <Override PartName="/ppt/media/image10.jpeg" ContentType="image/jpeg"/>
  <Override PartName="/ppt/media/image6.jpeg" ContentType="image/jpeg"/>
  <Override PartName="/ppt/media/image11.jpeg" ContentType="image/jpeg"/>
  <Override PartName="/ppt/media/image7.jpeg" ContentType="image/jpeg"/>
  <Override PartName="/ppt/media/image8.jpeg" ContentType="image/jpeg"/>
  <Override PartName="/ppt/media/image9.jpeg" ContentType="image/jpeg"/>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_rels/slideLayout24.xml.rels" ContentType="application/vnd.openxmlformats-package.relationships+xml"/>
  <Override PartName="/ppt/slideLayouts/_rels/slideLayout4.xml.rels" ContentType="application/vnd.openxmlformats-package.relationships+xml"/>
  <Override PartName="/ppt/slideLayouts/_rels/slideLayout23.xml.rels" ContentType="application/vnd.openxmlformats-package.relationships+xml"/>
  <Override PartName="/ppt/slideLayouts/_rels/slideLayout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2.xml.rels" ContentType="application/vnd.openxmlformats-package.relationships+xml"/>
  <Override PartName="/ppt/slideLayouts/_rels/slideLayout2.xml.rels" ContentType="application/vnd.openxmlformats-package.relationships+xml"/>
  <Override PartName="/ppt/slideLayouts/_rels/slideLayout19.xml.rels" ContentType="application/vnd.openxmlformats-package.relationships+xml"/>
  <Override PartName="/ppt/slideLayouts/_rels/slideLayout1.xml.rels" ContentType="application/vnd.openxmlformats-package.relationships+xml"/>
  <Override PartName="/ppt/slideLayouts/_rels/slideLayout21.xml.rels" ContentType="application/vnd.openxmlformats-package.relationships+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xml" ContentType="application/vnd.openxmlformats-officedocument.presentationml.slideLayout+xml"/>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 id="2147483696" r:id="rId26"/>
  </p:sldMasterIdLst>
  <p:sldIdLst>
    <p:sldId id="256" r:id="rId27"/>
    <p:sldId id="257" r:id="rId28"/>
    <p:sldId id="258" r:id="rId29"/>
    <p:sldId id="259" r:id="rId30"/>
    <p:sldId id="260" r:id="rId31"/>
    <p:sldId id="261" r:id="rId32"/>
    <p:sldId id="262" r:id="rId33"/>
    <p:sldId id="263" r:id="rId34"/>
    <p:sldId id="264" r:id="rId35"/>
    <p:sldId id="265" r:id="rId36"/>
    <p:sldId id="266" r:id="rId37"/>
    <p:sldId id="267" r:id="rId38"/>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Master" Target="slideMasters/slideMaster24.xml"/><Relationship Id="rId26" Type="http://schemas.openxmlformats.org/officeDocument/2006/relationships/slideMaster" Target="slideMasters/slideMaster25.xml"/><Relationship Id="rId27" Type="http://schemas.openxmlformats.org/officeDocument/2006/relationships/slide" Target="slides/slide1.xml"/><Relationship Id="rId28" Type="http://schemas.openxmlformats.org/officeDocument/2006/relationships/slide" Target="slides/slide2.xml"/><Relationship Id="rId29" Type="http://schemas.openxmlformats.org/officeDocument/2006/relationships/slide" Target="slides/slide3.xml"/><Relationship Id="rId30" Type="http://schemas.openxmlformats.org/officeDocument/2006/relationships/slide" Target="slides/slide4.xml"/><Relationship Id="rId31" Type="http://schemas.openxmlformats.org/officeDocument/2006/relationships/slide" Target="slides/slide5.xml"/><Relationship Id="rId32" Type="http://schemas.openxmlformats.org/officeDocument/2006/relationships/slide" Target="slides/slide6.xml"/><Relationship Id="rId33" Type="http://schemas.openxmlformats.org/officeDocument/2006/relationships/slide" Target="slides/slide7.xml"/><Relationship Id="rId34" Type="http://schemas.openxmlformats.org/officeDocument/2006/relationships/slide" Target="slides/slide8.xml"/><Relationship Id="rId35" Type="http://schemas.openxmlformats.org/officeDocument/2006/relationships/slide" Target="slides/slide9.xml"/><Relationship Id="rId36" Type="http://schemas.openxmlformats.org/officeDocument/2006/relationships/slide" Target="slides/slide10.xml"/><Relationship Id="rId37" Type="http://schemas.openxmlformats.org/officeDocument/2006/relationships/slide" Target="slides/slide11.xml"/><Relationship Id="rId38" Type="http://schemas.openxmlformats.org/officeDocument/2006/relationships/slide" Target="slides/slide12.xml"/><Relationship Id="rId39"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3" name="PlaceHolder 1"/>
          <p:cNvSpPr>
            <a:spLocks noGrp="1"/>
          </p:cNvSpPr>
          <p:nvPr>
            <p:ph type="title"/>
          </p:nvPr>
        </p:nvSpPr>
        <p:spPr>
          <a:xfrm>
            <a:off x="713160" y="539640"/>
            <a:ext cx="2836440" cy="78552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
        <p:nvSpPr>
          <p:cNvPr id="4"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indent="0" algn="ctr">
              <a:buNone/>
            </a:pPr>
            <a:endParaRPr b="0" lang="en-US" sz="3200" spc="-1" strike="noStrike">
              <a:solidFill>
                <a:srgbClr val="ffffff"/>
              </a:solidFill>
              <a:latin typeface="OpenSymbo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0">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0_1">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6">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ONLY_1_1">
    <p:spTree>
      <p:nvGrpSpPr>
        <p:cNvPr id="1" name=""/>
        <p:cNvGrpSpPr/>
        <p:nvPr/>
      </p:nvGrpSpPr>
      <p:grpSpPr>
        <a:xfrm>
          <a:off x="0" y="0"/>
          <a:ext cx="0" cy="0"/>
          <a:chOff x="0" y="0"/>
          <a:chExt cx="0" cy="0"/>
        </a:xfrm>
      </p:grpSpPr>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ONLY_1_1_1">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ONLY_1_1_1_1">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7">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spTree>
      <p:nvGrpSpPr>
        <p:cNvPr id="1" name=""/>
        <p:cNvGrpSpPr/>
        <p:nvPr/>
      </p:nvGrpSpPr>
      <p:grpSpPr>
        <a:xfrm>
          <a:off x="0" y="0"/>
          <a:ext cx="0" cy="0"/>
          <a:chOff x="0" y="0"/>
          <a:chExt cx="0" cy="0"/>
        </a:xfrm>
      </p:grpSpPr>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_1">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
    <p:spTree>
      <p:nvGrpSpPr>
        <p:cNvPr id="1" name=""/>
        <p:cNvGrpSpPr/>
        <p:nvPr/>
      </p:nvGrpSpPr>
      <p:grpSpPr>
        <a:xfrm>
          <a:off x="0" y="0"/>
          <a:ext cx="0" cy="0"/>
          <a:chOff x="0" y="0"/>
          <a:chExt cx="0" cy="0"/>
        </a:xfrm>
      </p:grpSpPr>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_1">
    <p:spTree>
      <p:nvGrpSpPr>
        <p:cNvPr id="1" name=""/>
        <p:cNvGrpSpPr/>
        <p:nvPr/>
      </p:nvGrpSpPr>
      <p:grpSpPr>
        <a:xfrm>
          <a:off x="0" y="0"/>
          <a:ext cx="0" cy="0"/>
          <a:chOff x="0" y="0"/>
          <a:chExt cx="0" cy="0"/>
        </a:xfrm>
      </p:grpSpPr>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spTree>
      <p:nvGrpSpPr>
        <p:cNvPr id="1" name=""/>
        <p:cNvGrpSpPr/>
        <p:nvPr/>
      </p:nvGrpSpPr>
      <p:grpSpPr>
        <a:xfrm>
          <a:off x="0" y="0"/>
          <a:ext cx="0" cy="0"/>
          <a:chOff x="0" y="0"/>
          <a:chExt cx="0" cy="0"/>
        </a:xfrm>
      </p:grpSpPr>
      <p:sp>
        <p:nvSpPr>
          <p:cNvPr id="42" name="PlaceHolder 1"/>
          <p:cNvSpPr>
            <a:spLocks noGrp="1"/>
          </p:cNvSpPr>
          <p:nvPr>
            <p:ph type="title"/>
          </p:nvPr>
        </p:nvSpPr>
        <p:spPr>
          <a:xfrm>
            <a:off x="713160" y="539640"/>
            <a:ext cx="2836440" cy="78552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
        <p:nvSpPr>
          <p:cNvPr id="43"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pPr indent="0">
              <a:spcBef>
                <a:spcPts val="1417"/>
              </a:spcBef>
              <a:buNone/>
            </a:pPr>
            <a:endParaRPr b="0" lang="fr-FR" sz="1400" spc="-1" strike="noStrike">
              <a:solidFill>
                <a:srgbClr val="000000"/>
              </a:solidFill>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spTree>
      <p:nvGrpSpPr>
        <p:cNvPr id="1" name=""/>
        <p:cNvGrpSpPr/>
        <p:nvPr/>
      </p:nvGrpSpPr>
      <p:grpSpPr>
        <a:xfrm>
          <a:off x="0" y="0"/>
          <a:ext cx="0" cy="0"/>
          <a:chOff x="0" y="0"/>
          <a:chExt cx="0" cy="0"/>
        </a:xfrm>
      </p:grpSpPr>
      <p:sp>
        <p:nvSpPr>
          <p:cNvPr id="46" name="PlaceHolder 1"/>
          <p:cNvSpPr>
            <a:spLocks noGrp="1"/>
          </p:cNvSpPr>
          <p:nvPr>
            <p:ph type="title"/>
          </p:nvPr>
        </p:nvSpPr>
        <p:spPr>
          <a:xfrm>
            <a:off x="713160" y="539640"/>
            <a:ext cx="2836440" cy="78552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
        <p:nvSpPr>
          <p:cNvPr id="47"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pPr indent="0">
              <a:spcBef>
                <a:spcPts val="1417"/>
              </a:spcBef>
              <a:buNone/>
            </a:pPr>
            <a:endParaRPr b="0" lang="fr-FR" sz="1400" spc="-1" strike="noStrike">
              <a:solidFill>
                <a:srgbClr val="000000"/>
              </a:solidFill>
              <a:latin typeface="Arial"/>
            </a:endParaRPr>
          </a:p>
        </p:txBody>
      </p:sp>
      <p:sp>
        <p:nvSpPr>
          <p:cNvPr id="48"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pPr indent="0">
              <a:spcBef>
                <a:spcPts val="1417"/>
              </a:spcBef>
              <a:buNone/>
            </a:pPr>
            <a:endParaRPr b="0" lang="fr-FR" sz="1400" spc="-1" strike="noStrike">
              <a:solidFill>
                <a:srgbClr val="000000"/>
              </a:solidFill>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spTree>
      <p:nvGrpSpPr>
        <p:cNvPr id="1" name=""/>
        <p:cNvGrpSpPr/>
        <p:nvPr/>
      </p:nvGrpSpPr>
      <p:grpSpPr>
        <a:xfrm>
          <a:off x="0" y="0"/>
          <a:ext cx="0" cy="0"/>
          <a:chOff x="0" y="0"/>
          <a:chExt cx="0" cy="0"/>
        </a:xfrm>
      </p:grpSpPr>
      <p:sp>
        <p:nvSpPr>
          <p:cNvPr id="51" name="PlaceHolder 1"/>
          <p:cNvSpPr>
            <a:spLocks noGrp="1"/>
          </p:cNvSpPr>
          <p:nvPr>
            <p:ph type="title"/>
          </p:nvPr>
        </p:nvSpPr>
        <p:spPr>
          <a:xfrm>
            <a:off x="713160" y="539640"/>
            <a:ext cx="2836440" cy="78552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spTree>
      <p:nvGrpSpPr>
        <p:cNvPr id="1" name=""/>
        <p:cNvGrpSpPr/>
        <p:nvPr/>
      </p:nvGrpSpPr>
      <p:grpSpPr>
        <a:xfrm>
          <a:off x="0" y="0"/>
          <a:ext cx="0" cy="0"/>
          <a:chOff x="0" y="0"/>
          <a:chExt cx="0" cy="0"/>
        </a:xfrm>
      </p:grpSpPr>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spTree>
      <p:nvGrpSpPr>
        <p:cNvPr id="1" name=""/>
        <p:cNvGrpSpPr/>
        <p:nvPr/>
      </p:nvGrpSpPr>
      <p:grpSpPr>
        <a:xfrm>
          <a:off x="0" y="0"/>
          <a:ext cx="0" cy="0"/>
          <a:chOff x="0" y="0"/>
          <a:chExt cx="0" cy="0"/>
        </a:xfrm>
      </p:grpSpPr>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spTree>
      <p:nvGrpSpPr>
        <p:cNvPr id="1" name=""/>
        <p:cNvGrpSpPr/>
        <p:nvPr/>
      </p:nvGrpSpPr>
      <p:grpSpPr>
        <a:xfrm>
          <a:off x="0" y="0"/>
          <a:ext cx="0" cy="0"/>
          <a:chOff x="0" y="0"/>
          <a:chExt cx="0" cy="0"/>
        </a:xfrm>
      </p:grpSpPr>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spTree>
      <p:nvGrpSpPr>
        <p:cNvPr id="1" name=""/>
        <p:cNvGrpSpPr/>
        <p:nvPr/>
      </p:nvGrpSpPr>
      <p:grpSpPr>
        <a:xfrm>
          <a:off x="0" y="0"/>
          <a:ext cx="0" cy="0"/>
          <a:chOff x="0" y="0"/>
          <a:chExt cx="0" cy="0"/>
        </a:xfrm>
      </p:grpSpPr>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mple-light-2">
    <p:spTree>
      <p:nvGrpSpPr>
        <p:cNvPr id="1" name=""/>
        <p:cNvGrpSpPr/>
        <p:nvPr/>
      </p:nvGrpSpPr>
      <p:grpSpPr>
        <a:xfrm>
          <a:off x="0" y="0"/>
          <a:ext cx="0" cy="0"/>
          <a:chOff x="0" y="0"/>
          <a:chExt cx="0" cy="0"/>
        </a:xfrm>
      </p:grpSpPr>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
    <p:spTree>
      <p:nvGrpSpPr>
        <p:cNvPr id="1" name=""/>
        <p:cNvGrpSpPr/>
        <p:nvPr/>
      </p:nvGrpSpPr>
      <p:grpSpPr>
        <a:xfrm>
          <a:off x="0" y="0"/>
          <a:ext cx="0" cy="0"/>
          <a:chOff x="0" y="0"/>
          <a:chExt cx="0" cy="0"/>
        </a:xfrm>
      </p:grpSpPr>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_1">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2.jpeg"/><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3.jpeg"/><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4.jpeg"/><Relationship Id="rId3"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5.jpeg"/><Relationship Id="rId3"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5.jpeg"/><Relationship Id="rId3"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6.jpeg"/><Relationship Id="rId3"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2.jpeg"/><Relationship Id="rId3"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jpeg"/><Relationship Id="rId3"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jpeg"/><Relationship Id="rId3"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1.jpeg"/><Relationship Id="rId3"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image" Target="../media/image1.jpe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 Id="rId6"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image" Target="../media/image2.jpeg"/><Relationship Id="rId3"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image" Target="../media/image7.jpeg"/><Relationship Id="rId3"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image" Target="../media/image7.jpeg"/><Relationship Id="rId3"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image" Target="../media/image2.jpeg"/><Relationship Id="rId3"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image" Target="../media/image7.jpeg"/><Relationship Id="rId3"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image" Target="../media/image4.jpeg"/><Relationship Id="rId3"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image" Target="../media/image1.jpeg"/><Relationship Id="rId3"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image" Target="../media/image1.jpeg"/><Relationship Id="rId3"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slideLayout" Target="../slideLayouts/slideLayout24.xml"/>
</Relationships>
</file>

<file path=ppt/slideMasters/_rels/slideMaster25.xml.rels><?xml version="1.0" encoding="UTF-8"?>
<Relationships xmlns="http://schemas.openxmlformats.org/package/2006/relationships"><Relationship Id="rId1" Type="http://schemas.openxmlformats.org/officeDocument/2006/relationships/theme" Target="../theme/theme25.xml"/><Relationship Id="rId2" Type="http://schemas.openxmlformats.org/officeDocument/2006/relationships/slideLayout" Target="../slideLayouts/slideLayout2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0" name="Google Shape;9;p2" descr=""/>
          <p:cNvPicPr/>
          <p:nvPr/>
        </p:nvPicPr>
        <p:blipFill>
          <a:blip r:embed="rId2"/>
          <a:stretch/>
        </p:blipFill>
        <p:spPr>
          <a:xfrm>
            <a:off x="0" y="0"/>
            <a:ext cx="9143640" cy="5143320"/>
          </a:xfrm>
          <a:prstGeom prst="rect">
            <a:avLst/>
          </a:prstGeom>
          <a:ln w="9525">
            <a:solidFill>
              <a:srgbClr val="ffffff"/>
            </a:solidFill>
            <a:round/>
          </a:ln>
        </p:spPr>
      </p:pic>
      <p:sp>
        <p:nvSpPr>
          <p:cNvPr id="1" name="PlaceHolder 1"/>
          <p:cNvSpPr>
            <a:spLocks noGrp="1"/>
          </p:cNvSpPr>
          <p:nvPr>
            <p:ph type="title"/>
          </p:nvPr>
        </p:nvSpPr>
        <p:spPr>
          <a:xfrm>
            <a:off x="713160" y="539640"/>
            <a:ext cx="7717320" cy="906840"/>
          </a:xfrm>
          <a:prstGeom prst="rect">
            <a:avLst/>
          </a:prstGeom>
          <a:noFill/>
          <a:ln w="0">
            <a:noFill/>
          </a:ln>
        </p:spPr>
        <p:txBody>
          <a:bodyPr lIns="91440" rIns="91440" tIns="91440" bIns="91440" anchor="b">
            <a:noAutofit/>
          </a:bodyPr>
          <a:p>
            <a:pPr indent="0">
              <a:buNone/>
            </a:pPr>
            <a:r>
              <a:rPr b="0" lang="fr-FR" sz="5000" spc="-1" strike="noStrike">
                <a:solidFill>
                  <a:schemeClr val="dk1"/>
                </a:solidFill>
                <a:latin typeface="Arial"/>
              </a:rPr>
              <a:t>Click to edit the title text format</a:t>
            </a:r>
            <a:endParaRPr b="0" lang="fr-FR" sz="5000" spc="-1" strike="noStrike">
              <a:solidFill>
                <a:schemeClr val="dk1"/>
              </a:solidFill>
              <a:latin typeface="Arial"/>
            </a:endParaRPr>
          </a:p>
        </p:txBody>
      </p:sp>
      <p:sp>
        <p:nvSpPr>
          <p:cNvPr id="2"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2000" spc="-1" strike="noStrike">
                <a:solidFill>
                  <a:srgbClr val="000000"/>
                </a:solidFill>
                <a:latin typeface="Arial"/>
              </a:rPr>
              <a:t>Fifth Outline Level</a:t>
            </a:r>
            <a:endParaRPr b="0" lang="fr-FR" sz="2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2000" spc="-1" strike="noStrike">
                <a:solidFill>
                  <a:srgbClr val="000000"/>
                </a:solidFill>
                <a:latin typeface="Arial"/>
              </a:rPr>
              <a:t>Sixth Outline Level</a:t>
            </a:r>
            <a:endParaRPr b="0" lang="fr-FR" sz="2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2000" spc="-1" strike="noStrike">
                <a:solidFill>
                  <a:srgbClr val="000000"/>
                </a:solidFill>
                <a:latin typeface="Arial"/>
              </a:rPr>
              <a:t>Seventh Outline Level</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5" name="Google Shape;46;p11" descr=""/>
          <p:cNvPicPr/>
          <p:nvPr/>
        </p:nvPicPr>
        <p:blipFill>
          <a:blip r:embed="rId2"/>
          <a:stretch/>
        </p:blipFill>
        <p:spPr>
          <a:xfrm>
            <a:off x="0" y="0"/>
            <a:ext cx="9143640" cy="5143320"/>
          </a:xfrm>
          <a:prstGeom prst="rect">
            <a:avLst/>
          </a:prstGeom>
          <a:ln w="9525">
            <a:solidFill>
              <a:srgbClr val="ffffff"/>
            </a:solidFill>
            <a:round/>
          </a:ln>
        </p:spPr>
      </p:pic>
      <p:sp>
        <p:nvSpPr>
          <p:cNvPr id="6" name="PlaceHolder 1"/>
          <p:cNvSpPr>
            <a:spLocks noGrp="1"/>
          </p:cNvSpPr>
          <p:nvPr>
            <p:ph type="title"/>
          </p:nvPr>
        </p:nvSpPr>
        <p:spPr>
          <a:xfrm>
            <a:off x="713160" y="539640"/>
            <a:ext cx="6575760" cy="929520"/>
          </a:xfrm>
          <a:prstGeom prst="rect">
            <a:avLst/>
          </a:prstGeom>
          <a:noFill/>
          <a:ln w="0">
            <a:noFill/>
          </a:ln>
        </p:spPr>
        <p:txBody>
          <a:bodyPr lIns="91440" rIns="91440" tIns="91440" bIns="91440" anchor="b">
            <a:noAutofit/>
          </a:bodyPr>
          <a:p>
            <a:pPr indent="0">
              <a:lnSpc>
                <a:spcPct val="100000"/>
              </a:lnSpc>
              <a:buNone/>
            </a:pPr>
            <a:r>
              <a:rPr b="0" lang="fr-FR" sz="6000" spc="-1" strike="noStrike">
                <a:solidFill>
                  <a:schemeClr val="dk1"/>
                </a:solidFill>
                <a:latin typeface="Syne SemiBold"/>
                <a:ea typeface="Syne SemiBold"/>
              </a:rPr>
              <a:t>xx%</a:t>
            </a:r>
            <a:endParaRPr b="0" lang="fr-FR" sz="6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51"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7" name="Google Shape;51;p13" descr=""/>
          <p:cNvPicPr/>
          <p:nvPr/>
        </p:nvPicPr>
        <p:blipFill>
          <a:blip r:embed="rId2"/>
          <a:stretch/>
        </p:blipFill>
        <p:spPr>
          <a:xfrm>
            <a:off x="0" y="0"/>
            <a:ext cx="9143640" cy="5143320"/>
          </a:xfrm>
          <a:prstGeom prst="rect">
            <a:avLst/>
          </a:prstGeom>
          <a:ln w="9525">
            <a:solidFill>
              <a:srgbClr val="ffffff"/>
            </a:solidFill>
            <a:round/>
          </a:ln>
        </p:spPr>
      </p:pic>
      <p:sp>
        <p:nvSpPr>
          <p:cNvPr id="8" name="PlaceHolder 1"/>
          <p:cNvSpPr>
            <a:spLocks noGrp="1"/>
          </p:cNvSpPr>
          <p:nvPr>
            <p:ph type="title"/>
          </p:nvPr>
        </p:nvSpPr>
        <p:spPr>
          <a:xfrm>
            <a:off x="713160" y="539640"/>
            <a:ext cx="3686040" cy="61992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
        <p:nvSpPr>
          <p:cNvPr id="9" name="PlaceHolder 2"/>
          <p:cNvSpPr>
            <a:spLocks noGrp="1"/>
          </p:cNvSpPr>
          <p:nvPr>
            <p:ph type="title"/>
          </p:nvPr>
        </p:nvSpPr>
        <p:spPr>
          <a:xfrm>
            <a:off x="4494600" y="1951200"/>
            <a:ext cx="1013040" cy="619920"/>
          </a:xfrm>
          <a:prstGeom prst="rect">
            <a:avLst/>
          </a:prstGeom>
          <a:noFill/>
          <a:ln w="0">
            <a:noFill/>
          </a:ln>
        </p:spPr>
        <p:txBody>
          <a:bodyPr lIns="91440" rIns="91440" tIns="91440" bIns="91440" anchor="ctr">
            <a:noAutofit/>
          </a:bodyPr>
          <a:p>
            <a:pPr indent="0" algn="r">
              <a:lnSpc>
                <a:spcPct val="100000"/>
              </a:lnSpc>
              <a:buNone/>
            </a:pPr>
            <a:r>
              <a:rPr b="0" lang="fr-FR" sz="2600" spc="-1" strike="noStrike">
                <a:solidFill>
                  <a:schemeClr val="dk1"/>
                </a:solidFill>
                <a:latin typeface="Syne Medium"/>
                <a:ea typeface="Syne Medium"/>
              </a:rPr>
              <a:t>xx%</a:t>
            </a:r>
            <a:endParaRPr b="0" lang="fr-FR" sz="2600" spc="-1" strike="noStrike">
              <a:solidFill>
                <a:schemeClr val="dk1"/>
              </a:solidFill>
              <a:latin typeface="Arial"/>
            </a:endParaRPr>
          </a:p>
        </p:txBody>
      </p:sp>
      <p:sp>
        <p:nvSpPr>
          <p:cNvPr id="10" name="PlaceHolder 3"/>
          <p:cNvSpPr>
            <a:spLocks noGrp="1"/>
          </p:cNvSpPr>
          <p:nvPr>
            <p:ph type="title"/>
          </p:nvPr>
        </p:nvSpPr>
        <p:spPr>
          <a:xfrm>
            <a:off x="4494600" y="3306240"/>
            <a:ext cx="1013040" cy="619920"/>
          </a:xfrm>
          <a:prstGeom prst="rect">
            <a:avLst/>
          </a:prstGeom>
          <a:noFill/>
          <a:ln w="0">
            <a:noFill/>
          </a:ln>
        </p:spPr>
        <p:txBody>
          <a:bodyPr lIns="91440" rIns="91440" tIns="91440" bIns="91440" anchor="ctr">
            <a:noAutofit/>
          </a:bodyPr>
          <a:p>
            <a:pPr indent="0" algn="r">
              <a:lnSpc>
                <a:spcPct val="100000"/>
              </a:lnSpc>
              <a:buNone/>
            </a:pPr>
            <a:r>
              <a:rPr b="0" lang="fr-FR" sz="2600" spc="-1" strike="noStrike">
                <a:solidFill>
                  <a:schemeClr val="dk1"/>
                </a:solidFill>
                <a:latin typeface="Syne Medium"/>
                <a:ea typeface="Syne Medium"/>
              </a:rPr>
              <a:t>xx%</a:t>
            </a:r>
            <a:endParaRPr b="0" lang="fr-FR" sz="2600" spc="-1" strike="noStrike">
              <a:solidFill>
                <a:schemeClr val="dk1"/>
              </a:solidFill>
              <a:latin typeface="Arial"/>
            </a:endParaRPr>
          </a:p>
        </p:txBody>
      </p:sp>
      <p:sp>
        <p:nvSpPr>
          <p:cNvPr id="11" name="PlaceHolder 4"/>
          <p:cNvSpPr>
            <a:spLocks noGrp="1"/>
          </p:cNvSpPr>
          <p:nvPr>
            <p:ph type="title"/>
          </p:nvPr>
        </p:nvSpPr>
        <p:spPr>
          <a:xfrm>
            <a:off x="4494600" y="2628720"/>
            <a:ext cx="1013040" cy="619920"/>
          </a:xfrm>
          <a:prstGeom prst="rect">
            <a:avLst/>
          </a:prstGeom>
          <a:noFill/>
          <a:ln w="0">
            <a:noFill/>
          </a:ln>
        </p:spPr>
        <p:txBody>
          <a:bodyPr lIns="91440" rIns="91440" tIns="91440" bIns="91440" anchor="ctr">
            <a:noAutofit/>
          </a:bodyPr>
          <a:p>
            <a:pPr indent="0" algn="r">
              <a:lnSpc>
                <a:spcPct val="100000"/>
              </a:lnSpc>
              <a:buNone/>
            </a:pPr>
            <a:r>
              <a:rPr b="0" lang="fr-FR" sz="2600" spc="-1" strike="noStrike">
                <a:solidFill>
                  <a:schemeClr val="dk1"/>
                </a:solidFill>
                <a:latin typeface="Syne Medium"/>
                <a:ea typeface="Syne Medium"/>
              </a:rPr>
              <a:t>xx%</a:t>
            </a:r>
            <a:endParaRPr b="0" lang="fr-FR" sz="2600" spc="-1" strike="noStrike">
              <a:solidFill>
                <a:schemeClr val="dk1"/>
              </a:solidFill>
              <a:latin typeface="Arial"/>
            </a:endParaRPr>
          </a:p>
        </p:txBody>
      </p:sp>
      <p:sp>
        <p:nvSpPr>
          <p:cNvPr id="12" name="PlaceHolder 5"/>
          <p:cNvSpPr>
            <a:spLocks noGrp="1"/>
          </p:cNvSpPr>
          <p:nvPr>
            <p:ph type="title"/>
          </p:nvPr>
        </p:nvSpPr>
        <p:spPr>
          <a:xfrm>
            <a:off x="4494600" y="3983760"/>
            <a:ext cx="1013040" cy="619920"/>
          </a:xfrm>
          <a:prstGeom prst="rect">
            <a:avLst/>
          </a:prstGeom>
          <a:noFill/>
          <a:ln w="0">
            <a:noFill/>
          </a:ln>
        </p:spPr>
        <p:txBody>
          <a:bodyPr lIns="91440" rIns="91440" tIns="91440" bIns="91440" anchor="ctr">
            <a:noAutofit/>
          </a:bodyPr>
          <a:p>
            <a:pPr indent="0" algn="r">
              <a:lnSpc>
                <a:spcPct val="100000"/>
              </a:lnSpc>
              <a:buNone/>
            </a:pPr>
            <a:r>
              <a:rPr b="0" lang="fr-FR" sz="2600" spc="-1" strike="noStrike">
                <a:solidFill>
                  <a:schemeClr val="dk1"/>
                </a:solidFill>
                <a:latin typeface="Syne Medium"/>
                <a:ea typeface="Syne Medium"/>
              </a:rPr>
              <a:t>xx%</a:t>
            </a:r>
            <a:endParaRPr b="0" lang="fr-FR" sz="26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3" name="Google Shape;62;p14" descr=""/>
          <p:cNvPicPr/>
          <p:nvPr/>
        </p:nvPicPr>
        <p:blipFill>
          <a:blip r:embed="rId2"/>
          <a:stretch/>
        </p:blipFill>
        <p:spPr>
          <a:xfrm>
            <a:off x="0" y="0"/>
            <a:ext cx="9143640" cy="5143320"/>
          </a:xfrm>
          <a:prstGeom prst="rect">
            <a:avLst/>
          </a:prstGeom>
          <a:ln w="9525">
            <a:solidFill>
              <a:srgbClr val="ffffff"/>
            </a:solidFill>
            <a:round/>
          </a:ln>
        </p:spPr>
      </p:pic>
      <p:sp>
        <p:nvSpPr>
          <p:cNvPr id="14" name="PlaceHolder 1"/>
          <p:cNvSpPr>
            <a:spLocks noGrp="1"/>
          </p:cNvSpPr>
          <p:nvPr>
            <p:ph type="title"/>
          </p:nvPr>
        </p:nvSpPr>
        <p:spPr>
          <a:xfrm>
            <a:off x="811800" y="539640"/>
            <a:ext cx="7618320" cy="572400"/>
          </a:xfrm>
          <a:prstGeom prst="rect">
            <a:avLst/>
          </a:prstGeom>
          <a:noFill/>
          <a:ln w="0">
            <a:noFill/>
          </a:ln>
        </p:spPr>
        <p:txBody>
          <a:bodyPr lIns="91440" rIns="91440" tIns="91440" bIns="91440" anchor="b">
            <a:noAutofit/>
          </a:bodyPr>
          <a:p>
            <a:pPr indent="0">
              <a:buNone/>
            </a:pPr>
            <a:r>
              <a:rPr b="0" lang="fr-FR" sz="2600" spc="-1" strike="noStrike">
                <a:solidFill>
                  <a:schemeClr val="dk1"/>
                </a:solidFill>
                <a:latin typeface="Arial"/>
              </a:rPr>
              <a:t>Click to edit the title text format</a:t>
            </a:r>
            <a:endParaRPr b="0" lang="fr-FR" sz="2600" spc="-1" strike="noStrike">
              <a:solidFill>
                <a:schemeClr val="dk1"/>
              </a:solidFill>
              <a:latin typeface="Arial"/>
            </a:endParaRPr>
          </a:p>
        </p:txBody>
      </p:sp>
      <p:sp>
        <p:nvSpPr>
          <p:cNvPr id="15" name="PlaceHolder 2"/>
          <p:cNvSpPr>
            <a:spLocks noGrp="1"/>
          </p:cNvSpPr>
          <p:nvPr>
            <p:ph type="body"/>
          </p:nvPr>
        </p:nvSpPr>
        <p:spPr>
          <a:xfrm>
            <a:off x="0" y="1476720"/>
            <a:ext cx="4294440" cy="3666240"/>
          </a:xfrm>
          <a:prstGeom prst="rect">
            <a:avLst/>
          </a:prstGeom>
          <a:noFill/>
          <a:ln w="0">
            <a:noFill/>
          </a:ln>
        </p:spPr>
        <p:txBody>
          <a:bodyPr lIns="90000" rIns="90000" tIns="45000" bIns="45000" anchor="t">
            <a:normAutofit/>
          </a:bodyPr>
          <a:p>
            <a:pPr marL="432000" indent="-324000">
              <a:spcBef>
                <a:spcPts val="1417"/>
              </a:spcBef>
              <a:buClr>
                <a:srgbClr val="ffffff"/>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6" name="Google Shape;67;p15" descr=""/>
          <p:cNvPicPr/>
          <p:nvPr/>
        </p:nvPicPr>
        <p:blipFill>
          <a:blip r:embed="rId2"/>
          <a:stretch/>
        </p:blipFill>
        <p:spPr>
          <a:xfrm>
            <a:off x="0" y="0"/>
            <a:ext cx="9143640" cy="5143320"/>
          </a:xfrm>
          <a:prstGeom prst="rect">
            <a:avLst/>
          </a:prstGeom>
          <a:ln w="9525">
            <a:solidFill>
              <a:srgbClr val="ffffff"/>
            </a:solidFill>
            <a:round/>
          </a:ln>
        </p:spPr>
      </p:pic>
      <p:sp>
        <p:nvSpPr>
          <p:cNvPr id="17" name="PlaceHolder 1"/>
          <p:cNvSpPr>
            <a:spLocks noGrp="1"/>
          </p:cNvSpPr>
          <p:nvPr>
            <p:ph type="title"/>
          </p:nvPr>
        </p:nvSpPr>
        <p:spPr>
          <a:xfrm>
            <a:off x="762840" y="794520"/>
            <a:ext cx="7618320" cy="698040"/>
          </a:xfrm>
          <a:prstGeom prst="rect">
            <a:avLst/>
          </a:prstGeom>
          <a:noFill/>
          <a:ln w="0">
            <a:noFill/>
          </a:ln>
        </p:spPr>
        <p:txBody>
          <a:bodyPr lIns="91440" rIns="91440" tIns="91440" bIns="91440" anchor="t">
            <a:noAutofit/>
          </a:bodyPr>
          <a:p>
            <a:pPr indent="0">
              <a:buNone/>
            </a:pPr>
            <a:r>
              <a:rPr b="0" lang="fr-FR" sz="4000" spc="-1" strike="noStrike">
                <a:solidFill>
                  <a:schemeClr val="dk1"/>
                </a:solidFill>
                <a:latin typeface="Arial"/>
              </a:rPr>
              <a:t>Click to edit the title text format</a:t>
            </a:r>
            <a:endParaRPr b="0" lang="fr-FR" sz="4000" spc="-1" strike="noStrike">
              <a:solidFill>
                <a:schemeClr val="dk1"/>
              </a:solidFill>
              <a:latin typeface="Arial"/>
            </a:endParaRPr>
          </a:p>
        </p:txBody>
      </p:sp>
      <p:sp>
        <p:nvSpPr>
          <p:cNvPr id="18" name="PlaceHolder 2"/>
          <p:cNvSpPr>
            <a:spLocks noGrp="1"/>
          </p:cNvSpPr>
          <p:nvPr>
            <p:ph type="body"/>
          </p:nvPr>
        </p:nvSpPr>
        <p:spPr>
          <a:xfrm>
            <a:off x="3184920" y="2398680"/>
            <a:ext cx="5195880" cy="1950120"/>
          </a:xfrm>
          <a:prstGeom prst="rect">
            <a:avLst/>
          </a:prstGeom>
          <a:noFill/>
          <a:ln w="0">
            <a:noFill/>
          </a:ln>
        </p:spPr>
        <p:txBody>
          <a:bodyPr lIns="91440" rIns="91440" tIns="91440" bIns="91440" anchor="t">
            <a:noAutofit/>
          </a:bodyPr>
          <a:p>
            <a:pPr marL="432000" indent="-324000">
              <a:spcBef>
                <a:spcPts val="1417"/>
              </a:spcBef>
              <a:buClr>
                <a:srgbClr val="ffffff"/>
              </a:buClr>
              <a:buSzPct val="45000"/>
              <a:buFont typeface="Wingdings" charset="2"/>
              <a:buChar char=""/>
            </a:pPr>
            <a:r>
              <a:rPr b="0" lang="fr-FR" sz="1200" spc="-1" strike="noStrike">
                <a:solidFill>
                  <a:srgbClr val="000000"/>
                </a:solidFill>
                <a:latin typeface="Arial"/>
              </a:rPr>
              <a:t>Click to edit the outline text format</a:t>
            </a:r>
            <a:endParaRPr b="0" lang="fr-FR" sz="12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200" spc="-1" strike="noStrike">
                <a:solidFill>
                  <a:srgbClr val="000000"/>
                </a:solidFill>
                <a:latin typeface="Arial"/>
              </a:rPr>
              <a:t>Second Outline Level</a:t>
            </a:r>
            <a:endParaRPr b="0" lang="fr-FR" sz="12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200" spc="-1" strike="noStrike">
                <a:solidFill>
                  <a:srgbClr val="000000"/>
                </a:solidFill>
                <a:latin typeface="Arial"/>
              </a:rPr>
              <a:t>Third Outline Level</a:t>
            </a:r>
            <a:endParaRPr b="0" lang="fr-FR" sz="12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200" spc="-1" strike="noStrike">
                <a:solidFill>
                  <a:srgbClr val="000000"/>
                </a:solidFill>
                <a:latin typeface="Arial"/>
              </a:rPr>
              <a:t>Fourth Outline Level</a:t>
            </a:r>
            <a:endParaRPr b="0" lang="fr-FR" sz="12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1200" spc="-1" strike="noStrike">
                <a:solidFill>
                  <a:srgbClr val="000000"/>
                </a:solidFill>
                <a:latin typeface="Arial"/>
              </a:rPr>
              <a:t>Fifth Outline Level</a:t>
            </a:r>
            <a:endParaRPr b="0" lang="fr-FR" sz="12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1200" spc="-1" strike="noStrike">
                <a:solidFill>
                  <a:srgbClr val="000000"/>
                </a:solidFill>
                <a:latin typeface="Arial"/>
              </a:rPr>
              <a:t>Sixth Outline Level</a:t>
            </a:r>
            <a:endParaRPr b="0" lang="fr-FR" sz="12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1200" spc="-1" strike="noStrike">
                <a:solidFill>
                  <a:srgbClr val="000000"/>
                </a:solidFill>
                <a:latin typeface="Arial"/>
              </a:rPr>
              <a:t>Seventh Outline Level</a:t>
            </a:r>
            <a:endParaRPr b="0" lang="fr-FR" sz="12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9" r:id="rId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9" name="Google Shape;71;p16" descr=""/>
          <p:cNvPicPr/>
          <p:nvPr/>
        </p:nvPicPr>
        <p:blipFill>
          <a:blip r:embed="rId2"/>
          <a:stretch/>
        </p:blipFill>
        <p:spPr>
          <a:xfrm>
            <a:off x="0" y="0"/>
            <a:ext cx="9143640" cy="5143320"/>
          </a:xfrm>
          <a:prstGeom prst="rect">
            <a:avLst/>
          </a:prstGeom>
          <a:ln w="9525">
            <a:solidFill>
              <a:srgbClr val="ffffff"/>
            </a:solidFill>
            <a:round/>
          </a:ln>
        </p:spPr>
      </p:pic>
      <p:sp>
        <p:nvSpPr>
          <p:cNvPr id="20"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600" spc="-1" strike="noStrike">
                <a:solidFill>
                  <a:schemeClr val="dk1"/>
                </a:solidFill>
                <a:latin typeface="Arial"/>
              </a:rPr>
              <a:t>Click to edit the title text format</a:t>
            </a:r>
            <a:endParaRPr b="0" lang="fr-FR" sz="26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61" r:id="rId3"/>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21" name="Google Shape;80;p17" descr=""/>
          <p:cNvPicPr/>
          <p:nvPr/>
        </p:nvPicPr>
        <p:blipFill>
          <a:blip r:embed="rId2"/>
          <a:stretch/>
        </p:blipFill>
        <p:spPr>
          <a:xfrm>
            <a:off x="0" y="0"/>
            <a:ext cx="9143640" cy="5143320"/>
          </a:xfrm>
          <a:prstGeom prst="rect">
            <a:avLst/>
          </a:prstGeom>
          <a:ln w="9525">
            <a:solidFill>
              <a:srgbClr val="ffffff"/>
            </a:solidFill>
            <a:round/>
          </a:ln>
        </p:spPr>
      </p:pic>
      <p:sp>
        <p:nvSpPr>
          <p:cNvPr id="22"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600" spc="-1" strike="noStrike">
                <a:solidFill>
                  <a:schemeClr val="dk1"/>
                </a:solidFill>
                <a:latin typeface="Arial"/>
              </a:rPr>
              <a:t>Click to edit the title text format</a:t>
            </a:r>
            <a:endParaRPr b="0" lang="fr-FR" sz="26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63" r:id="rId3"/>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23" name="Google Shape;83;p18" descr=""/>
          <p:cNvPicPr/>
          <p:nvPr/>
        </p:nvPicPr>
        <p:blipFill>
          <a:blip r:embed="rId2"/>
          <a:stretch/>
        </p:blipFill>
        <p:spPr>
          <a:xfrm>
            <a:off x="0" y="0"/>
            <a:ext cx="9143640" cy="5143320"/>
          </a:xfrm>
          <a:prstGeom prst="rect">
            <a:avLst/>
          </a:prstGeom>
          <a:ln w="9525">
            <a:solidFill>
              <a:srgbClr val="ffffff"/>
            </a:solidFill>
            <a:round/>
          </a:ln>
        </p:spPr>
      </p:pic>
      <p:sp>
        <p:nvSpPr>
          <p:cNvPr id="24"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600" spc="-1" strike="noStrike">
                <a:solidFill>
                  <a:schemeClr val="dk1"/>
                </a:solidFill>
                <a:latin typeface="Arial"/>
              </a:rPr>
              <a:t>Click to edit the title text format</a:t>
            </a:r>
            <a:endParaRPr b="0" lang="fr-FR" sz="26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65" r:id="rId3"/>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25" name="Google Shape;86;p19" descr=""/>
          <p:cNvPicPr/>
          <p:nvPr/>
        </p:nvPicPr>
        <p:blipFill>
          <a:blip r:embed="rId2"/>
          <a:stretch/>
        </p:blipFill>
        <p:spPr>
          <a:xfrm>
            <a:off x="0" y="0"/>
            <a:ext cx="9143640" cy="5143320"/>
          </a:xfrm>
          <a:prstGeom prst="rect">
            <a:avLst/>
          </a:prstGeom>
          <a:ln w="9525">
            <a:solidFill>
              <a:srgbClr val="ffffff"/>
            </a:solidFill>
            <a:round/>
          </a:ln>
        </p:spPr>
      </p:pic>
      <p:sp>
        <p:nvSpPr>
          <p:cNvPr id="26"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600" spc="-1" strike="noStrike">
                <a:solidFill>
                  <a:schemeClr val="dk1"/>
                </a:solidFill>
                <a:latin typeface="Arial"/>
              </a:rPr>
              <a:t>Click to edit the title text format</a:t>
            </a:r>
            <a:endParaRPr b="0" lang="fr-FR" sz="26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67" r:id="rId3"/>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27" name="Google Shape;89;p20" descr=""/>
          <p:cNvPicPr/>
          <p:nvPr/>
        </p:nvPicPr>
        <p:blipFill>
          <a:blip r:embed="rId2"/>
          <a:stretch/>
        </p:blipFill>
        <p:spPr>
          <a:xfrm>
            <a:off x="0" y="0"/>
            <a:ext cx="9143640" cy="5143320"/>
          </a:xfrm>
          <a:prstGeom prst="rect">
            <a:avLst/>
          </a:prstGeom>
          <a:ln w="9525">
            <a:solidFill>
              <a:srgbClr val="ffffff"/>
            </a:solidFill>
            <a:round/>
          </a:ln>
        </p:spPr>
      </p:pic>
      <p:sp>
        <p:nvSpPr>
          <p:cNvPr id="28"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600" spc="-1" strike="noStrike">
                <a:solidFill>
                  <a:schemeClr val="dk1"/>
                </a:solidFill>
                <a:latin typeface="Arial"/>
              </a:rPr>
              <a:t>Click to edit the title text format</a:t>
            </a:r>
            <a:endParaRPr b="0" lang="fr-FR" sz="26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69" r:id="rId3"/>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29" name="Google Shape;13;p3" descr=""/>
          <p:cNvPicPr/>
          <p:nvPr/>
        </p:nvPicPr>
        <p:blipFill>
          <a:blip r:embed="rId2"/>
          <a:srcRect l="0" t="31118" r="31120" b="0"/>
          <a:stretch/>
        </p:blipFill>
        <p:spPr>
          <a:xfrm>
            <a:off x="0" y="0"/>
            <a:ext cx="9143640" cy="5143320"/>
          </a:xfrm>
          <a:prstGeom prst="rect">
            <a:avLst/>
          </a:prstGeom>
          <a:ln w="9525">
            <a:solidFill>
              <a:srgbClr val="ffffff"/>
            </a:solidFill>
            <a:round/>
          </a:ln>
        </p:spPr>
      </p:pic>
      <p:sp>
        <p:nvSpPr>
          <p:cNvPr id="30" name="PlaceHolder 1"/>
          <p:cNvSpPr>
            <a:spLocks noGrp="1"/>
          </p:cNvSpPr>
          <p:nvPr>
            <p:ph type="title"/>
          </p:nvPr>
        </p:nvSpPr>
        <p:spPr>
          <a:xfrm>
            <a:off x="713160" y="3585240"/>
            <a:ext cx="7717320" cy="1018440"/>
          </a:xfrm>
          <a:prstGeom prst="rect">
            <a:avLst/>
          </a:prstGeom>
          <a:noFill/>
          <a:ln w="0">
            <a:noFill/>
          </a:ln>
        </p:spPr>
        <p:txBody>
          <a:bodyPr lIns="91440" rIns="91440" tIns="91440" bIns="91440" anchor="t">
            <a:noAutofit/>
          </a:bodyPr>
          <a:p>
            <a:pPr indent="0">
              <a:buNone/>
            </a:pPr>
            <a:r>
              <a:rPr b="0" lang="fr-FR" sz="5000" spc="-1" strike="noStrike">
                <a:solidFill>
                  <a:schemeClr val="dk1"/>
                </a:solidFill>
                <a:latin typeface="Arial"/>
              </a:rPr>
              <a:t>Click to edit the title text format</a:t>
            </a:r>
            <a:endParaRPr b="0" lang="fr-FR" sz="5000" spc="-1" strike="noStrike">
              <a:solidFill>
                <a:schemeClr val="dk1"/>
              </a:solidFill>
              <a:latin typeface="Arial"/>
            </a:endParaRPr>
          </a:p>
        </p:txBody>
      </p:sp>
      <p:sp>
        <p:nvSpPr>
          <p:cNvPr id="31" name="PlaceHolder 2"/>
          <p:cNvSpPr>
            <a:spLocks noGrp="1"/>
          </p:cNvSpPr>
          <p:nvPr>
            <p:ph type="title"/>
          </p:nvPr>
        </p:nvSpPr>
        <p:spPr>
          <a:xfrm>
            <a:off x="713160" y="499680"/>
            <a:ext cx="1267200" cy="684360"/>
          </a:xfrm>
          <a:prstGeom prst="rect">
            <a:avLst/>
          </a:prstGeom>
          <a:noFill/>
          <a:ln w="0">
            <a:noFill/>
          </a:ln>
        </p:spPr>
        <p:txBody>
          <a:bodyPr lIns="91440" rIns="91440" tIns="91440" bIns="91440" anchor="b">
            <a:noAutofit/>
          </a:bodyPr>
          <a:p>
            <a:pPr indent="0">
              <a:lnSpc>
                <a:spcPct val="100000"/>
              </a:lnSpc>
              <a:buNone/>
            </a:pPr>
            <a:r>
              <a:rPr b="0" lang="fr-FR" sz="4000" spc="-1" strike="noStrike">
                <a:solidFill>
                  <a:schemeClr val="dk1"/>
                </a:solidFill>
                <a:latin typeface="Syne SemiBold"/>
                <a:ea typeface="Syne SemiBold"/>
              </a:rPr>
              <a:t>xx%</a:t>
            </a:r>
            <a:endParaRPr b="0" lang="fr-FR" sz="4000" spc="-1" strike="noStrike">
              <a:solidFill>
                <a:schemeClr val="dk1"/>
              </a:solidFill>
              <a:latin typeface="Arial"/>
            </a:endParaRPr>
          </a:p>
        </p:txBody>
      </p:sp>
      <p:sp>
        <p:nvSpPr>
          <p:cNvPr id="32"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2000" spc="-1" strike="noStrike">
                <a:solidFill>
                  <a:srgbClr val="000000"/>
                </a:solidFill>
                <a:latin typeface="Arial"/>
              </a:rPr>
              <a:t>Fifth Outline Level</a:t>
            </a:r>
            <a:endParaRPr b="0" lang="fr-FR" sz="2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2000" spc="-1" strike="noStrike">
                <a:solidFill>
                  <a:srgbClr val="000000"/>
                </a:solidFill>
                <a:latin typeface="Arial"/>
              </a:rPr>
              <a:t>Sixth Outline Level</a:t>
            </a:r>
            <a:endParaRPr b="0" lang="fr-FR" sz="2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2000" spc="-1" strike="noStrike">
                <a:solidFill>
                  <a:srgbClr val="000000"/>
                </a:solidFill>
                <a:latin typeface="Arial"/>
              </a:rPr>
              <a:t>Seventh Outline Level</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1" r:id="rId3"/>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33" name="Google Shape;104;p21" descr=""/>
          <p:cNvPicPr/>
          <p:nvPr/>
        </p:nvPicPr>
        <p:blipFill>
          <a:blip r:embed="rId2"/>
          <a:stretch/>
        </p:blipFill>
        <p:spPr>
          <a:xfrm>
            <a:off x="0" y="0"/>
            <a:ext cx="9143640" cy="5143320"/>
          </a:xfrm>
          <a:prstGeom prst="rect">
            <a:avLst/>
          </a:prstGeom>
          <a:ln w="9525">
            <a:solidFill>
              <a:srgbClr val="ffffff"/>
            </a:solidFill>
            <a:round/>
          </a:ln>
        </p:spPr>
      </p:pic>
      <p:sp>
        <p:nvSpPr>
          <p:cNvPr id="34" name="PlaceHolder 1"/>
          <p:cNvSpPr>
            <a:spLocks noGrp="1"/>
          </p:cNvSpPr>
          <p:nvPr>
            <p:ph type="title"/>
          </p:nvPr>
        </p:nvSpPr>
        <p:spPr>
          <a:xfrm>
            <a:off x="713160" y="539640"/>
            <a:ext cx="2836440" cy="785520"/>
          </a:xfrm>
          <a:prstGeom prst="rect">
            <a:avLst/>
          </a:prstGeom>
          <a:noFill/>
          <a:ln w="0">
            <a:noFill/>
          </a:ln>
        </p:spPr>
        <p:txBody>
          <a:bodyPr lIns="91440" rIns="91440" tIns="91440" bIns="91440" anchor="b">
            <a:noAutofit/>
          </a:bodyPr>
          <a:p>
            <a:pPr indent="0">
              <a:buNone/>
            </a:pPr>
            <a:r>
              <a:rPr b="0" lang="fr-FR" sz="5000" spc="-1" strike="noStrike">
                <a:solidFill>
                  <a:schemeClr val="dk1"/>
                </a:solidFill>
                <a:latin typeface="Arial"/>
              </a:rPr>
              <a:t>Click to edit the title text format</a:t>
            </a:r>
            <a:endParaRPr b="0" lang="fr-FR" sz="5000" spc="-1" strike="noStrike">
              <a:solidFill>
                <a:schemeClr val="dk1"/>
              </a:solidFill>
              <a:latin typeface="Arial"/>
            </a:endParaRPr>
          </a:p>
        </p:txBody>
      </p:sp>
      <p:sp>
        <p:nvSpPr>
          <p:cNvPr id="35" name="Google Shape;107;p21"/>
          <p:cNvSpPr/>
          <p:nvPr/>
        </p:nvSpPr>
        <p:spPr>
          <a:xfrm>
            <a:off x="5004360" y="3649680"/>
            <a:ext cx="3426120" cy="623160"/>
          </a:xfrm>
          <a:prstGeom prst="rect">
            <a:avLst/>
          </a:prstGeom>
          <a:noFill/>
          <a:ln w="0">
            <a:noFill/>
          </a:ln>
        </p:spPr>
        <p:style>
          <a:lnRef idx="0"/>
          <a:fillRef idx="0"/>
          <a:effectRef idx="0"/>
          <a:fontRef idx="minor"/>
        </p:style>
        <p:txBody>
          <a:bodyPr tIns="91440" bIns="91440" anchor="t">
            <a:noAutofit/>
          </a:bodyPr>
          <a:p>
            <a:pPr algn="r" defTabSz="914400">
              <a:lnSpc>
                <a:spcPct val="100000"/>
              </a:lnSpc>
              <a:spcBef>
                <a:spcPts val="300"/>
              </a:spcBef>
              <a:tabLst>
                <a:tab algn="l" pos="0"/>
              </a:tabLst>
            </a:pPr>
            <a:r>
              <a:rPr b="1" lang="en" sz="1000" spc="-1" strike="noStrike">
                <a:solidFill>
                  <a:schemeClr val="dk1"/>
                </a:solidFill>
                <a:latin typeface="Open Sans"/>
                <a:ea typeface="Open Sans"/>
              </a:rPr>
              <a:t>CREDITS:</a:t>
            </a:r>
            <a:r>
              <a:rPr b="0" lang="en" sz="1000" spc="-1" strike="noStrike">
                <a:solidFill>
                  <a:schemeClr val="dk1"/>
                </a:solidFill>
                <a:latin typeface="Open Sans"/>
                <a:ea typeface="Open Sans"/>
              </a:rPr>
              <a:t> This presentation template was created by </a:t>
            </a:r>
            <a:r>
              <a:rPr b="1" lang="en" sz="1000" spc="-1" strike="noStrike" u="sng">
                <a:solidFill>
                  <a:schemeClr val="hlink"/>
                </a:solidFill>
                <a:uFillTx/>
                <a:latin typeface="Open Sans"/>
                <a:ea typeface="Open Sans"/>
                <a:hlinkClick r:id="rId3"/>
              </a:rPr>
              <a:t>Slidesgo</a:t>
            </a:r>
            <a:r>
              <a:rPr b="0" lang="en" sz="1000" spc="-1" strike="noStrike">
                <a:solidFill>
                  <a:schemeClr val="dk1"/>
                </a:solidFill>
                <a:latin typeface="Open Sans"/>
                <a:ea typeface="Open Sans"/>
              </a:rPr>
              <a:t>, and includes icons by </a:t>
            </a:r>
            <a:r>
              <a:rPr b="1" lang="en" sz="1000" spc="-1" strike="noStrike" u="sng">
                <a:solidFill>
                  <a:schemeClr val="dk1"/>
                </a:solidFill>
                <a:uFillTx/>
                <a:latin typeface="Open Sans"/>
                <a:ea typeface="Open Sans"/>
                <a:hlinkClick r:id="rId4"/>
              </a:rPr>
              <a:t>Flaticon</a:t>
            </a:r>
            <a:r>
              <a:rPr b="0" lang="en" sz="1000" spc="-1" strike="noStrike">
                <a:solidFill>
                  <a:schemeClr val="dk1"/>
                </a:solidFill>
                <a:latin typeface="Open Sans"/>
                <a:ea typeface="Open Sans"/>
              </a:rPr>
              <a:t>, and infographics &amp; images by </a:t>
            </a:r>
            <a:r>
              <a:rPr b="1" lang="en" sz="1000" spc="-1" strike="noStrike" u="sng">
                <a:solidFill>
                  <a:schemeClr val="dk1"/>
                </a:solidFill>
                <a:uFillTx/>
                <a:latin typeface="Open Sans"/>
                <a:ea typeface="Open Sans"/>
                <a:hlinkClick r:id="rId5"/>
              </a:rPr>
              <a:t>Freepik</a:t>
            </a:r>
            <a:r>
              <a:rPr b="0" lang="en" sz="1000" spc="-1" strike="noStrike" u="sng">
                <a:solidFill>
                  <a:schemeClr val="dk1"/>
                </a:solidFill>
                <a:uFillTx/>
                <a:latin typeface="Open Sans"/>
                <a:ea typeface="Open Sans"/>
              </a:rPr>
              <a:t> </a:t>
            </a:r>
            <a:endParaRPr b="0" lang="en-US" sz="1000" spc="-1" strike="noStrike">
              <a:solidFill>
                <a:srgbClr val="ffffff"/>
              </a:solidFill>
              <a:latin typeface="OpenSymbol"/>
            </a:endParaRPr>
          </a:p>
        </p:txBody>
      </p:sp>
      <p:sp>
        <p:nvSpPr>
          <p:cNvPr id="36"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2000" spc="-1" strike="noStrike">
                <a:solidFill>
                  <a:srgbClr val="000000"/>
                </a:solidFill>
                <a:latin typeface="Arial"/>
              </a:rPr>
              <a:t>Fifth Outline Level</a:t>
            </a:r>
            <a:endParaRPr b="0" lang="fr-FR" sz="2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2000" spc="-1" strike="noStrike">
                <a:solidFill>
                  <a:srgbClr val="000000"/>
                </a:solidFill>
                <a:latin typeface="Arial"/>
              </a:rPr>
              <a:t>Sixth Outline Level</a:t>
            </a:r>
            <a:endParaRPr b="0" lang="fr-FR" sz="2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2000" spc="-1" strike="noStrike">
                <a:solidFill>
                  <a:srgbClr val="000000"/>
                </a:solidFill>
                <a:latin typeface="Arial"/>
              </a:rPr>
              <a:t>Seventh Outline Level</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3" r:id="rId6"/>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37" name="Google Shape;109;p22" descr=""/>
          <p:cNvPicPr/>
          <p:nvPr/>
        </p:nvPicPr>
        <p:blipFill>
          <a:blip r:embed="rId2"/>
          <a:stretch/>
        </p:blipFill>
        <p:spPr>
          <a:xfrm>
            <a:off x="0" y="0"/>
            <a:ext cx="9143640" cy="5143320"/>
          </a:xfrm>
          <a:prstGeom prst="rect">
            <a:avLst/>
          </a:prstGeom>
          <a:ln w="9525">
            <a:solidFill>
              <a:srgbClr val="ffffff"/>
            </a:solidFill>
            <a:round/>
          </a:ln>
        </p:spPr>
      </p:pic>
    </p:spTree>
  </p:cSld>
  <p:clrMap bg1="lt1" bg2="lt2" tx1="dk1" tx2="dk2" accent1="accent1" accent2="accent2" accent3="accent3" accent4="accent4" accent5="accent5" accent6="accent6" hlink="hlink" folHlink="folHlink"/>
  <p:sldLayoutIdLst>
    <p:sldLayoutId id="2147483675" r:id="rId3"/>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38" name="Google Shape;111;p23" descr=""/>
          <p:cNvPicPr/>
          <p:nvPr/>
        </p:nvPicPr>
        <p:blipFill>
          <a:blip r:embed="rId2"/>
          <a:stretch/>
        </p:blipFill>
        <p:spPr>
          <a:xfrm>
            <a:off x="0" y="0"/>
            <a:ext cx="9143640" cy="5143320"/>
          </a:xfrm>
          <a:prstGeom prst="rect">
            <a:avLst/>
          </a:prstGeom>
          <a:ln w="9525">
            <a:solidFill>
              <a:srgbClr val="ffffff"/>
            </a:solidFill>
            <a:round/>
          </a:ln>
        </p:spPr>
      </p:pic>
    </p:spTree>
  </p:cSld>
  <p:clrMap bg1="lt1" bg2="lt2" tx1="dk1" tx2="dk2" accent1="accent1" accent2="accent2" accent3="accent3" accent4="accent4" accent5="accent5" accent6="accent6" hlink="hlink" folHlink="folHlink"/>
  <p:sldLayoutIdLst>
    <p:sldLayoutId id="2147483677" r:id="rId3"/>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39" name="Google Shape;17;p4" descr=""/>
          <p:cNvPicPr/>
          <p:nvPr/>
        </p:nvPicPr>
        <p:blipFill>
          <a:blip r:embed="rId2"/>
          <a:stretch/>
        </p:blipFill>
        <p:spPr>
          <a:xfrm>
            <a:off x="0" y="0"/>
            <a:ext cx="9143640" cy="5143320"/>
          </a:xfrm>
          <a:prstGeom prst="rect">
            <a:avLst/>
          </a:prstGeom>
          <a:ln w="9525">
            <a:solidFill>
              <a:srgbClr val="ffffff"/>
            </a:solidFill>
            <a:round/>
          </a:ln>
        </p:spPr>
      </p:pic>
      <p:sp>
        <p:nvSpPr>
          <p:cNvPr id="40"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600" spc="-1" strike="noStrike">
                <a:solidFill>
                  <a:schemeClr val="dk1"/>
                </a:solidFill>
                <a:latin typeface="Arial"/>
              </a:rPr>
              <a:t>Click to edit the title text format</a:t>
            </a:r>
            <a:endParaRPr b="0" lang="fr-FR" sz="2600" spc="-1" strike="noStrike">
              <a:solidFill>
                <a:schemeClr val="dk1"/>
              </a:solidFill>
              <a:latin typeface="Arial"/>
            </a:endParaRPr>
          </a:p>
        </p:txBody>
      </p:sp>
      <p:sp>
        <p:nvSpPr>
          <p:cNvPr id="41" name="PlaceHolder 2"/>
          <p:cNvSpPr>
            <a:spLocks noGrp="1"/>
          </p:cNvSpPr>
          <p:nvPr>
            <p:ph type="body"/>
          </p:nvPr>
        </p:nvSpPr>
        <p:spPr>
          <a:xfrm>
            <a:off x="720000" y="1215720"/>
            <a:ext cx="7703640" cy="3416040"/>
          </a:xfrm>
          <a:prstGeom prst="rect">
            <a:avLst/>
          </a:prstGeom>
          <a:noFill/>
          <a:ln w="0">
            <a:noFill/>
          </a:ln>
        </p:spPr>
        <p:txBody>
          <a:bodyPr lIns="91440" rIns="91440" tIns="91440" bIns="91440" anchor="t">
            <a:noAutofit/>
          </a:bodyPr>
          <a:p>
            <a:pPr marL="432000" indent="-324000">
              <a:spcBef>
                <a:spcPts val="1417"/>
              </a:spcBef>
              <a:buClr>
                <a:srgbClr val="ffffff"/>
              </a:buClr>
              <a:buSzPct val="45000"/>
              <a:buFont typeface="Wingdings" charset="2"/>
              <a:buChar char=""/>
            </a:pPr>
            <a:r>
              <a:rPr b="0" lang="fr-FR" sz="1200" spc="-1" strike="noStrike">
                <a:solidFill>
                  <a:srgbClr val="000000"/>
                </a:solidFill>
                <a:latin typeface="Arial"/>
              </a:rPr>
              <a:t>Click to edit the outline text format</a:t>
            </a:r>
            <a:endParaRPr b="0" lang="fr-FR" sz="12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200" spc="-1" strike="noStrike">
                <a:solidFill>
                  <a:srgbClr val="000000"/>
                </a:solidFill>
                <a:latin typeface="Arial"/>
              </a:rPr>
              <a:t>Second Outline Level</a:t>
            </a:r>
            <a:endParaRPr b="0" lang="fr-FR" sz="12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200" spc="-1" strike="noStrike">
                <a:solidFill>
                  <a:srgbClr val="000000"/>
                </a:solidFill>
                <a:latin typeface="Arial"/>
              </a:rPr>
              <a:t>Third Outline Level</a:t>
            </a:r>
            <a:endParaRPr b="0" lang="fr-FR" sz="12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200" spc="-1" strike="noStrike">
                <a:solidFill>
                  <a:srgbClr val="000000"/>
                </a:solidFill>
                <a:latin typeface="Arial"/>
              </a:rPr>
              <a:t>Fourth Outline Level</a:t>
            </a:r>
            <a:endParaRPr b="0" lang="fr-FR" sz="12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1200" spc="-1" strike="noStrike">
                <a:solidFill>
                  <a:srgbClr val="000000"/>
                </a:solidFill>
                <a:latin typeface="Arial"/>
              </a:rPr>
              <a:t>Fifth Outline Level</a:t>
            </a:r>
            <a:endParaRPr b="0" lang="fr-FR" sz="12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1200" spc="-1" strike="noStrike">
                <a:solidFill>
                  <a:srgbClr val="000000"/>
                </a:solidFill>
                <a:latin typeface="Arial"/>
              </a:rPr>
              <a:t>Sixth Outline Level</a:t>
            </a:r>
            <a:endParaRPr b="0" lang="fr-FR" sz="12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1200" spc="-1" strike="noStrike">
                <a:solidFill>
                  <a:srgbClr val="000000"/>
                </a:solidFill>
                <a:latin typeface="Arial"/>
              </a:rPr>
              <a:t>Seventh Outline Level</a:t>
            </a:r>
            <a:endParaRPr b="0" lang="fr-FR" sz="12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9" r:id="rId3"/>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44" name="Google Shape;21;p5" descr=""/>
          <p:cNvPicPr/>
          <p:nvPr/>
        </p:nvPicPr>
        <p:blipFill>
          <a:blip r:embed="rId2"/>
          <a:stretch/>
        </p:blipFill>
        <p:spPr>
          <a:xfrm>
            <a:off x="0" y="0"/>
            <a:ext cx="9143640" cy="5143320"/>
          </a:xfrm>
          <a:prstGeom prst="rect">
            <a:avLst/>
          </a:prstGeom>
          <a:ln w="9525">
            <a:solidFill>
              <a:srgbClr val="ffffff"/>
            </a:solidFill>
            <a:round/>
          </a:ln>
        </p:spPr>
      </p:pic>
      <p:sp>
        <p:nvSpPr>
          <p:cNvPr id="45" name="PlaceHolder 1"/>
          <p:cNvSpPr>
            <a:spLocks noGrp="1"/>
          </p:cNvSpPr>
          <p:nvPr>
            <p:ph type="title"/>
          </p:nvPr>
        </p:nvSpPr>
        <p:spPr>
          <a:xfrm>
            <a:off x="720000" y="3644280"/>
            <a:ext cx="2954880" cy="959400"/>
          </a:xfrm>
          <a:prstGeom prst="rect">
            <a:avLst/>
          </a:prstGeom>
          <a:noFill/>
          <a:ln w="0">
            <a:noFill/>
          </a:ln>
        </p:spPr>
        <p:txBody>
          <a:bodyPr lIns="91440" rIns="91440" tIns="91440" bIns="91440" anchor="t">
            <a:noAutofit/>
          </a:bodyPr>
          <a:p>
            <a:pPr indent="0">
              <a:buNone/>
            </a:pPr>
            <a:r>
              <a:rPr b="0" lang="fr-FR" sz="2600" spc="-1" strike="noStrike">
                <a:solidFill>
                  <a:schemeClr val="dk1"/>
                </a:solidFill>
                <a:latin typeface="Arial"/>
              </a:rPr>
              <a:t>Click to edit the title text format</a:t>
            </a:r>
            <a:endParaRPr b="0" lang="fr-FR" sz="26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81" r:id="rId3"/>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49" name="Google Shape;28;p6" descr=""/>
          <p:cNvPicPr/>
          <p:nvPr/>
        </p:nvPicPr>
        <p:blipFill>
          <a:blip r:embed="rId2"/>
          <a:stretch/>
        </p:blipFill>
        <p:spPr>
          <a:xfrm>
            <a:off x="0" y="0"/>
            <a:ext cx="9143640" cy="5143320"/>
          </a:xfrm>
          <a:prstGeom prst="rect">
            <a:avLst/>
          </a:prstGeom>
          <a:ln w="9525">
            <a:solidFill>
              <a:srgbClr val="ffffff"/>
            </a:solidFill>
            <a:round/>
          </a:ln>
        </p:spPr>
      </p:pic>
      <p:sp>
        <p:nvSpPr>
          <p:cNvPr id="50"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600" spc="-1" strike="noStrike">
                <a:solidFill>
                  <a:schemeClr val="dk1"/>
                </a:solidFill>
                <a:latin typeface="Arial"/>
              </a:rPr>
              <a:t>Click to edit the title text format</a:t>
            </a:r>
            <a:endParaRPr b="0" lang="fr-FR" sz="26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83" r:id="rId3"/>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52" name="Google Shape;31;p7" descr=""/>
          <p:cNvPicPr/>
          <p:nvPr/>
        </p:nvPicPr>
        <p:blipFill>
          <a:blip r:embed="rId2"/>
          <a:stretch/>
        </p:blipFill>
        <p:spPr>
          <a:xfrm>
            <a:off x="0" y="0"/>
            <a:ext cx="9143640" cy="5143320"/>
          </a:xfrm>
          <a:prstGeom prst="rect">
            <a:avLst/>
          </a:prstGeom>
          <a:ln w="9525">
            <a:solidFill>
              <a:srgbClr val="ffffff"/>
            </a:solidFill>
            <a:round/>
          </a:ln>
        </p:spPr>
      </p:pic>
      <p:sp>
        <p:nvSpPr>
          <p:cNvPr id="53" name="PlaceHolder 1"/>
          <p:cNvSpPr>
            <a:spLocks noGrp="1"/>
          </p:cNvSpPr>
          <p:nvPr>
            <p:ph type="title"/>
          </p:nvPr>
        </p:nvSpPr>
        <p:spPr>
          <a:xfrm>
            <a:off x="811800" y="539640"/>
            <a:ext cx="4294440" cy="572400"/>
          </a:xfrm>
          <a:prstGeom prst="rect">
            <a:avLst/>
          </a:prstGeom>
          <a:noFill/>
          <a:ln w="0">
            <a:noFill/>
          </a:ln>
        </p:spPr>
        <p:txBody>
          <a:bodyPr lIns="91440" rIns="91440" tIns="91440" bIns="91440" anchor="b">
            <a:noAutofit/>
          </a:bodyPr>
          <a:p>
            <a:pPr indent="0">
              <a:buNone/>
            </a:pPr>
            <a:r>
              <a:rPr b="0" lang="fr-FR" sz="2600" spc="-1" strike="noStrike">
                <a:solidFill>
                  <a:schemeClr val="dk1"/>
                </a:solidFill>
                <a:latin typeface="Arial"/>
              </a:rPr>
              <a:t>Click to edit the title text format</a:t>
            </a:r>
            <a:endParaRPr b="0" lang="fr-FR" sz="2600" spc="-1" strike="noStrike">
              <a:solidFill>
                <a:schemeClr val="dk1"/>
              </a:solidFill>
              <a:latin typeface="Arial"/>
            </a:endParaRPr>
          </a:p>
        </p:txBody>
      </p:sp>
      <p:sp>
        <p:nvSpPr>
          <p:cNvPr id="54" name="PlaceHolder 2"/>
          <p:cNvSpPr>
            <a:spLocks noGrp="1"/>
          </p:cNvSpPr>
          <p:nvPr>
            <p:ph type="body"/>
          </p:nvPr>
        </p:nvSpPr>
        <p:spPr>
          <a:xfrm>
            <a:off x="0" y="1476720"/>
            <a:ext cx="4294440" cy="3666240"/>
          </a:xfrm>
          <a:prstGeom prst="rect">
            <a:avLst/>
          </a:prstGeom>
          <a:noFill/>
          <a:ln w="0">
            <a:noFill/>
          </a:ln>
        </p:spPr>
        <p:txBody>
          <a:bodyPr lIns="90000" rIns="90000" tIns="45000" bIns="45000" anchor="t">
            <a:normAutofit/>
          </a:bodyPr>
          <a:p>
            <a:pPr marL="432000" indent="-324000">
              <a:spcBef>
                <a:spcPts val="1417"/>
              </a:spcBef>
              <a:buClr>
                <a:srgbClr val="ffffff"/>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5" r:id="rId3"/>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55" name="Google Shape;36;p8" descr=""/>
          <p:cNvPicPr/>
          <p:nvPr/>
        </p:nvPicPr>
        <p:blipFill>
          <a:blip r:embed="rId2"/>
          <a:srcRect l="0" t="31118" r="31120" b="0"/>
          <a:stretch/>
        </p:blipFill>
        <p:spPr>
          <a:xfrm>
            <a:off x="0" y="0"/>
            <a:ext cx="9143640" cy="5143320"/>
          </a:xfrm>
          <a:prstGeom prst="rect">
            <a:avLst/>
          </a:prstGeom>
          <a:ln w="9525">
            <a:solidFill>
              <a:srgbClr val="ffffff"/>
            </a:solidFill>
            <a:round/>
          </a:ln>
        </p:spPr>
      </p:pic>
      <p:sp>
        <p:nvSpPr>
          <p:cNvPr id="56" name="PlaceHolder 1"/>
          <p:cNvSpPr>
            <a:spLocks noGrp="1"/>
          </p:cNvSpPr>
          <p:nvPr>
            <p:ph type="title"/>
          </p:nvPr>
        </p:nvSpPr>
        <p:spPr>
          <a:xfrm>
            <a:off x="2318040" y="1307160"/>
            <a:ext cx="4507920" cy="2529000"/>
          </a:xfrm>
          <a:prstGeom prst="rect">
            <a:avLst/>
          </a:prstGeom>
          <a:noFill/>
          <a:ln w="0">
            <a:noFill/>
          </a:ln>
        </p:spPr>
        <p:txBody>
          <a:bodyPr lIns="91440" rIns="91440" tIns="91440" bIns="91440" anchor="ctr">
            <a:noAutofit/>
          </a:bodyPr>
          <a:p>
            <a:pPr indent="0">
              <a:buNone/>
            </a:pPr>
            <a:r>
              <a:rPr b="0" lang="fr-FR" sz="6000" spc="-1" strike="noStrike">
                <a:solidFill>
                  <a:schemeClr val="dk1"/>
                </a:solidFill>
                <a:latin typeface="Arial"/>
              </a:rPr>
              <a:t>Click to edit the title text format</a:t>
            </a:r>
            <a:endParaRPr b="0" lang="fr-FR" sz="6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87" r:id="rId3"/>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57" name="Google Shape;39;p9" descr=""/>
          <p:cNvPicPr/>
          <p:nvPr/>
        </p:nvPicPr>
        <p:blipFill>
          <a:blip r:embed="rId2"/>
          <a:stretch/>
        </p:blipFill>
        <p:spPr>
          <a:xfrm>
            <a:off x="0" y="0"/>
            <a:ext cx="9143640" cy="5143320"/>
          </a:xfrm>
          <a:prstGeom prst="rect">
            <a:avLst/>
          </a:prstGeom>
          <a:ln w="9525">
            <a:solidFill>
              <a:srgbClr val="ffffff"/>
            </a:solidFill>
            <a:round/>
          </a:ln>
        </p:spPr>
      </p:pic>
      <p:sp>
        <p:nvSpPr>
          <p:cNvPr id="58" name="PlaceHolder 1"/>
          <p:cNvSpPr>
            <a:spLocks noGrp="1"/>
          </p:cNvSpPr>
          <p:nvPr>
            <p:ph type="title"/>
          </p:nvPr>
        </p:nvSpPr>
        <p:spPr>
          <a:xfrm>
            <a:off x="2135520" y="1189080"/>
            <a:ext cx="4872600" cy="1964160"/>
          </a:xfrm>
          <a:prstGeom prst="rect">
            <a:avLst/>
          </a:prstGeom>
          <a:noFill/>
          <a:ln w="0">
            <a:noFill/>
          </a:ln>
        </p:spPr>
        <p:txBody>
          <a:bodyPr lIns="91440" rIns="91440" tIns="91440" bIns="91440" anchor="b">
            <a:noAutofit/>
          </a:bodyPr>
          <a:p>
            <a:pPr indent="0">
              <a:buNone/>
            </a:pPr>
            <a:r>
              <a:rPr b="0" lang="fr-FR" sz="6000" spc="-1" strike="noStrike">
                <a:solidFill>
                  <a:schemeClr val="dk1"/>
                </a:solidFill>
                <a:latin typeface="Arial"/>
              </a:rPr>
              <a:t>Click to edit the title text format</a:t>
            </a:r>
            <a:endParaRPr b="0" lang="fr-FR" sz="6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89" r:id="rId3"/>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9" name="PlaceHolder 1"/>
          <p:cNvSpPr>
            <a:spLocks noGrp="1"/>
          </p:cNvSpPr>
          <p:nvPr>
            <p:ph type="body"/>
          </p:nvPr>
        </p:nvSpPr>
        <p:spPr>
          <a:xfrm>
            <a:off x="0" y="0"/>
            <a:ext cx="9143640" cy="5143320"/>
          </a:xfrm>
          <a:prstGeom prst="rect">
            <a:avLst/>
          </a:prstGeom>
          <a:noFill/>
          <a:ln w="0">
            <a:noFill/>
          </a:ln>
        </p:spPr>
        <p:txBody>
          <a:bodyPr lIns="90000" rIns="90000" tIns="45000" bIns="45000" anchor="t">
            <a:normAutofit/>
          </a:bodyPr>
          <a:p>
            <a:pPr marL="432000" indent="-324000">
              <a:spcBef>
                <a:spcPts val="1417"/>
              </a:spcBef>
              <a:buClr>
                <a:srgbClr val="ffffff"/>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
        <p:nvSpPr>
          <p:cNvPr id="60" name="PlaceHolder 2"/>
          <p:cNvSpPr>
            <a:spLocks noGrp="1"/>
          </p:cNvSpPr>
          <p:nvPr>
            <p:ph type="title"/>
          </p:nvPr>
        </p:nvSpPr>
        <p:spPr>
          <a:xfrm>
            <a:off x="720000" y="4014360"/>
            <a:ext cx="7703640" cy="572400"/>
          </a:xfrm>
          <a:prstGeom prst="rect">
            <a:avLst/>
          </a:prstGeom>
          <a:solidFill>
            <a:schemeClr val="accent2"/>
          </a:solidFill>
          <a:ln w="0">
            <a:noFill/>
          </a:ln>
        </p:spPr>
        <p:txBody>
          <a:bodyPr lIns="91440" rIns="91440" tIns="91440" bIns="91440" anchor="t">
            <a:noAutofit/>
          </a:bodyPr>
          <a:p>
            <a:pPr indent="0">
              <a:buNone/>
            </a:pPr>
            <a:r>
              <a:rPr b="0" lang="fr-FR" sz="2600" spc="-1" strike="noStrike">
                <a:solidFill>
                  <a:schemeClr val="dk1"/>
                </a:solidFill>
                <a:latin typeface="Arial"/>
              </a:rPr>
              <a:t>Click to edit the title text format</a:t>
            </a:r>
            <a:endParaRPr b="0" lang="fr-FR" sz="26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91" r:id="rId2"/>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93" r:id="rId2"/>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61" name="Google Shape;117;p26"/>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62" name="PlaceHolder 1"/>
          <p:cNvSpPr>
            <a:spLocks noGrp="1"/>
          </p:cNvSpPr>
          <p:nvPr>
            <p:ph type="title"/>
          </p:nvPr>
        </p:nvSpPr>
        <p:spPr>
          <a:xfrm>
            <a:off x="713160" y="539640"/>
            <a:ext cx="7717320" cy="482040"/>
          </a:xfrm>
          <a:prstGeom prst="rect">
            <a:avLst/>
          </a:prstGeom>
          <a:noFill/>
          <a:ln w="0">
            <a:noFill/>
          </a:ln>
        </p:spPr>
        <p:txBody>
          <a:bodyPr lIns="91440" rIns="91440" tIns="91440" bIns="91440" anchor="t">
            <a:noAutofit/>
          </a:bodyPr>
          <a:p>
            <a:pPr indent="0">
              <a:buNone/>
            </a:pPr>
            <a:r>
              <a:rPr b="0" lang="fr-FR" sz="2200" spc="-1" strike="noStrike">
                <a:solidFill>
                  <a:schemeClr val="dk1"/>
                </a:solidFill>
                <a:latin typeface="Arial"/>
              </a:rPr>
              <a:t>Click to edit the title text format</a:t>
            </a:r>
            <a:endParaRPr b="0" lang="fr-FR" sz="22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95" r:id="rId2"/>
  </p:sldLayoutIdLst>
</p:sldMaster>
</file>

<file path=ppt/slideMasters/slideMaster2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63" name="Google Shape;120;p27"/>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64" name="PlaceHolder 1"/>
          <p:cNvSpPr>
            <a:spLocks noGrp="1"/>
          </p:cNvSpPr>
          <p:nvPr>
            <p:ph type="title"/>
          </p:nvPr>
        </p:nvSpPr>
        <p:spPr>
          <a:xfrm>
            <a:off x="728640" y="539640"/>
            <a:ext cx="3347280" cy="482040"/>
          </a:xfrm>
          <a:prstGeom prst="rect">
            <a:avLst/>
          </a:prstGeom>
          <a:noFill/>
          <a:ln w="0">
            <a:noFill/>
          </a:ln>
        </p:spPr>
        <p:txBody>
          <a:bodyPr lIns="91440" rIns="91440" tIns="91440" bIns="91440" anchor="t">
            <a:noAutofit/>
          </a:bodyPr>
          <a:p>
            <a:pPr indent="0">
              <a:buNone/>
            </a:pPr>
            <a:r>
              <a:rPr b="0" lang="fr-FR" sz="2200" spc="-1" strike="noStrike">
                <a:solidFill>
                  <a:schemeClr val="dk1"/>
                </a:solidFill>
                <a:latin typeface="Arial"/>
              </a:rPr>
              <a:t>Click to edit the title text format</a:t>
            </a:r>
            <a:endParaRPr b="0" lang="fr-FR" sz="2200" spc="-1" strike="noStrike">
              <a:solidFill>
                <a:schemeClr val="dk1"/>
              </a:solidFill>
              <a:latin typeface="Arial"/>
            </a:endParaRPr>
          </a:p>
        </p:txBody>
      </p:sp>
      <p:sp>
        <p:nvSpPr>
          <p:cNvPr id="65" name="PlaceHolder 2"/>
          <p:cNvSpPr>
            <a:spLocks noGrp="1"/>
          </p:cNvSpPr>
          <p:nvPr>
            <p:ph type="title"/>
          </p:nvPr>
        </p:nvSpPr>
        <p:spPr>
          <a:xfrm>
            <a:off x="4977720" y="539640"/>
            <a:ext cx="3458160" cy="482040"/>
          </a:xfrm>
          <a:prstGeom prst="rect">
            <a:avLst/>
          </a:prstGeom>
          <a:noFill/>
          <a:ln w="0">
            <a:noFill/>
          </a:ln>
        </p:spPr>
        <p:txBody>
          <a:bodyPr lIns="91440" rIns="91440" tIns="91440" bIns="91440" anchor="t">
            <a:noAutofit/>
          </a:bodyPr>
          <a:p>
            <a:pPr indent="0">
              <a:buNone/>
            </a:pPr>
            <a:r>
              <a:rPr b="0" lang="fr-FR" sz="2200" spc="-1" strike="noStrike">
                <a:solidFill>
                  <a:schemeClr val="dk1"/>
                </a:solidFill>
                <a:latin typeface="Arial"/>
              </a:rPr>
              <a:t>Click to edit the title text format</a:t>
            </a:r>
            <a:endParaRPr b="0" lang="fr-FR" sz="22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97"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5.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4.xml.rels><?xml version="1.0" encoding="UTF-8"?>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5.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8.xml.rels><?xml version="1.0" encoding="UTF-8"?>
<Relationships xmlns="http://schemas.openxmlformats.org/package/2006/relationships"><Relationship Id="rId1" Type="http://schemas.openxmlformats.org/officeDocument/2006/relationships/image" Target="../media/image10.jpeg"/><Relationship Id="rId2" Type="http://schemas.openxmlformats.org/officeDocument/2006/relationships/slideLayout" Target="../slideLayouts/slideLayout5.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1.xml.rels><?xml version="1.0" encoding="UTF-8"?>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5.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type="subTitle"/>
          </p:nvPr>
        </p:nvSpPr>
        <p:spPr>
          <a:xfrm>
            <a:off x="5391000" y="3943440"/>
            <a:ext cx="3038040" cy="657000"/>
          </a:xfrm>
          <a:prstGeom prst="rect">
            <a:avLst/>
          </a:prstGeom>
          <a:noFill/>
          <a:ln w="0">
            <a:noFill/>
          </a:ln>
        </p:spPr>
        <p:txBody>
          <a:bodyPr lIns="91440" rIns="91440" tIns="91440" bIns="91440" anchor="t">
            <a:normAutofit/>
          </a:bodyPr>
          <a:p>
            <a:pPr algn="r">
              <a:lnSpc>
                <a:spcPct val="100000"/>
              </a:lnSpc>
              <a:tabLst>
                <a:tab algn="l" pos="0"/>
              </a:tabLst>
            </a:pPr>
            <a:r>
              <a:rPr b="0" lang="en" sz="1600" spc="-1" strike="noStrike">
                <a:solidFill>
                  <a:schemeClr val="dk1"/>
                </a:solidFill>
                <a:latin typeface="Albert Sans"/>
                <a:ea typeface="Albert Sans"/>
              </a:rPr>
              <a:t>Cross-Domain Disease Detection for Enhanced Healthcare Solutions</a:t>
            </a:r>
            <a:endParaRPr b="0" lang="en-US" sz="1600" spc="-1" strike="noStrike">
              <a:solidFill>
                <a:srgbClr val="ffffff"/>
              </a:solidFill>
              <a:latin typeface="OpenSymbol"/>
            </a:endParaRPr>
          </a:p>
        </p:txBody>
      </p:sp>
      <p:sp>
        <p:nvSpPr>
          <p:cNvPr id="67" name="PlaceHolder 2"/>
          <p:cNvSpPr>
            <a:spLocks noGrp="1"/>
          </p:cNvSpPr>
          <p:nvPr>
            <p:ph type="title"/>
          </p:nvPr>
        </p:nvSpPr>
        <p:spPr>
          <a:xfrm>
            <a:off x="714240" y="542880"/>
            <a:ext cx="7714800" cy="904680"/>
          </a:xfrm>
          <a:prstGeom prst="rect">
            <a:avLst/>
          </a:prstGeom>
          <a:noFill/>
          <a:ln w="0">
            <a:noFill/>
          </a:ln>
        </p:spPr>
        <p:txBody>
          <a:bodyPr lIns="91440" rIns="91440" tIns="91440" bIns="91440" anchor="b">
            <a:normAutofit fontScale="96793"/>
          </a:bodyPr>
          <a:p>
            <a:pPr indent="0">
              <a:lnSpc>
                <a:spcPct val="100000"/>
              </a:lnSpc>
              <a:buNone/>
              <a:tabLst>
                <a:tab algn="l" pos="0"/>
              </a:tabLst>
            </a:pPr>
            <a:r>
              <a:rPr b="0" lang="en" sz="5000" spc="-1" strike="noStrike">
                <a:solidFill>
                  <a:schemeClr val="dk1"/>
                </a:solidFill>
                <a:latin typeface="Syne SemiBold"/>
                <a:ea typeface="Syne SemiBold"/>
              </a:rPr>
              <a:t>EmoHealth Nexus</a:t>
            </a:r>
            <a:endParaRPr b="0" lang="fr-FR" sz="5000" spc="-1" strike="noStrike">
              <a:solidFill>
                <a:schemeClr val="dk1"/>
              </a:solidFill>
              <a:latin typeface="Arial"/>
            </a:endParaRPr>
          </a:p>
        </p:txBody>
      </p:sp>
      <p:sp>
        <p:nvSpPr>
          <p:cNvPr id="68" name="Google Shape;129;p28"/>
          <p:cNvSpPr/>
          <p:nvPr/>
        </p:nvSpPr>
        <p:spPr>
          <a:xfrm>
            <a:off x="304920" y="4600440"/>
            <a:ext cx="1123560" cy="3663720"/>
          </a:xfrm>
          <a:prstGeom prst="rect">
            <a:avLst/>
          </a:prstGeom>
          <a:noFill/>
          <a:ln w="0">
            <a:noFill/>
          </a:ln>
        </p:spPr>
        <p:style>
          <a:lnRef idx="0"/>
          <a:fillRef idx="0"/>
          <a:effectRef idx="0"/>
          <a:fontRef idx="minor"/>
        </p:style>
        <p:txBody>
          <a:bodyPr lIns="870823080" rIns="870823080" tIns="916200" bIns="916200" anchor="t">
            <a:spAutoFit/>
          </a:bodyPr>
          <a:p>
            <a:pPr defTabSz="914400">
              <a:lnSpc>
                <a:spcPct val="100000"/>
              </a:lnSpc>
              <a:tabLst>
                <a:tab algn="l" pos="0"/>
              </a:tabLst>
            </a:pPr>
            <a:r>
              <a:rPr b="0" lang="en" sz="1000" spc="-1" strike="noStrike">
                <a:solidFill>
                  <a:schemeClr val="dk1"/>
                </a:solidFill>
                <a:latin typeface="Arial"/>
              </a:rPr>
              <a:t>Company name</a:t>
            </a:r>
            <a:endParaRPr b="0" lang="en-US" sz="1000" spc="-1" strike="noStrike">
              <a:solidFill>
                <a:srgbClr val="ffffff"/>
              </a:solidFill>
              <a:latin typeface="OpenSymbol"/>
            </a:endParaRPr>
          </a:p>
        </p:txBody>
      </p:sp>
      <p:cxnSp>
        <p:nvCxnSpPr>
          <p:cNvPr id="69" name="Google Shape;130;p28"/>
          <p:cNvCxnSpPr/>
          <p:nvPr/>
        </p:nvCxnSpPr>
        <p:spPr>
          <a:xfrm>
            <a:off x="1430640" y="4799880"/>
            <a:ext cx="8245800" cy="360"/>
          </a:xfrm>
          <a:prstGeom prst="straightConnector1">
            <a:avLst/>
          </a:prstGeom>
          <a:ln w="9525">
            <a:solidFill>
              <a:srgbClr val="ffffff"/>
            </a:solidFill>
            <a:round/>
          </a:ln>
        </p:spPr>
      </p:cxn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0" name="Google Shape;157;p31" descr=""/>
          <p:cNvPicPr/>
          <p:nvPr/>
        </p:nvPicPr>
        <p:blipFill>
          <a:blip r:embed="rId1"/>
          <a:srcRect l="16565" t="0" r="16573" b="0"/>
          <a:stretch/>
        </p:blipFill>
        <p:spPr>
          <a:xfrm>
            <a:off x="0" y="1476720"/>
            <a:ext cx="4294440" cy="3666240"/>
          </a:xfrm>
          <a:prstGeom prst="rect">
            <a:avLst/>
          </a:prstGeom>
          <a:ln w="0">
            <a:noFill/>
          </a:ln>
        </p:spPr>
      </p:pic>
      <p:sp>
        <p:nvSpPr>
          <p:cNvPr id="71" name="PlaceHolder 1"/>
          <p:cNvSpPr>
            <a:spLocks noGrp="1"/>
          </p:cNvSpPr>
          <p:nvPr>
            <p:ph type="title"/>
          </p:nvPr>
        </p:nvSpPr>
        <p:spPr>
          <a:xfrm>
            <a:off x="809640" y="542880"/>
            <a:ext cx="7619760" cy="571320"/>
          </a:xfrm>
          <a:prstGeom prst="rect">
            <a:avLst/>
          </a:prstGeom>
          <a:noFill/>
          <a:ln w="0">
            <a:noFill/>
          </a:ln>
        </p:spPr>
        <p:txBody>
          <a:bodyPr lIns="91440" rIns="91440" tIns="91440" bIns="91440" anchor="b">
            <a:normAutofit/>
          </a:bodyPr>
          <a:p>
            <a:pPr indent="0">
              <a:lnSpc>
                <a:spcPct val="100000"/>
              </a:lnSpc>
              <a:buNone/>
              <a:tabLst>
                <a:tab algn="l" pos="0"/>
              </a:tabLst>
            </a:pPr>
            <a:r>
              <a:rPr b="0" lang="en" sz="2600" spc="-1" strike="noStrike">
                <a:solidFill>
                  <a:schemeClr val="dk1"/>
                </a:solidFill>
                <a:latin typeface="Syne SemiBold"/>
                <a:ea typeface="Syne SemiBold"/>
              </a:rPr>
              <a:t>Introduction</a:t>
            </a:r>
            <a:endParaRPr b="0" lang="fr-FR" sz="2600" spc="-1" strike="noStrike">
              <a:solidFill>
                <a:schemeClr val="dk1"/>
              </a:solidFill>
              <a:latin typeface="Arial"/>
            </a:endParaRPr>
          </a:p>
        </p:txBody>
      </p:sp>
      <p:sp>
        <p:nvSpPr>
          <p:cNvPr id="72" name="PlaceHolder 2"/>
          <p:cNvSpPr>
            <a:spLocks noGrp="1"/>
          </p:cNvSpPr>
          <p:nvPr>
            <p:ph type="subTitle"/>
          </p:nvPr>
        </p:nvSpPr>
        <p:spPr>
          <a:xfrm>
            <a:off x="4924440" y="1476360"/>
            <a:ext cx="3504960" cy="219024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Albert Sans"/>
                <a:ea typeface="Albert Sans"/>
              </a:rPr>
              <a:t>This presentation explores the innovative EmoHealth Nexus system, emphasizing the significance of cross-domain approaches in disease detection.</a:t>
            </a:r>
            <a:endParaRPr b="0" lang="en-US" sz="1200" spc="-1" strike="noStrike">
              <a:solidFill>
                <a:srgbClr val="ffffff"/>
              </a:solidFill>
              <a:latin typeface="OpenSymbo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714240" y="3581280"/>
            <a:ext cx="7714800" cy="1018800"/>
          </a:xfrm>
          <a:prstGeom prst="rect">
            <a:avLst/>
          </a:prstGeom>
          <a:noFill/>
          <a:ln w="0">
            <a:noFill/>
          </a:ln>
        </p:spPr>
        <p:txBody>
          <a:bodyPr lIns="91440" rIns="91440" tIns="91440" bIns="91440" anchor="t">
            <a:normAutofit/>
          </a:bodyPr>
          <a:p>
            <a:pPr indent="0" algn="r">
              <a:lnSpc>
                <a:spcPct val="100000"/>
              </a:lnSpc>
              <a:buNone/>
              <a:tabLst>
                <a:tab algn="l" pos="0"/>
              </a:tabLst>
            </a:pPr>
            <a:r>
              <a:rPr b="0" lang="en" sz="5000" spc="-1" strike="noStrike">
                <a:solidFill>
                  <a:schemeClr val="dk1"/>
                </a:solidFill>
                <a:latin typeface="Syne SemiBold"/>
                <a:ea typeface="Syne SemiBold"/>
              </a:rPr>
              <a:t>Introduction to EmoHealth</a:t>
            </a:r>
            <a:endParaRPr b="0" lang="fr-FR" sz="5000" spc="-1" strike="noStrike">
              <a:solidFill>
                <a:schemeClr val="dk1"/>
              </a:solidFill>
              <a:latin typeface="Arial"/>
            </a:endParaRPr>
          </a:p>
        </p:txBody>
      </p:sp>
      <p:sp>
        <p:nvSpPr>
          <p:cNvPr id="74" name="PlaceHolder 2"/>
          <p:cNvSpPr>
            <a:spLocks noGrp="1"/>
          </p:cNvSpPr>
          <p:nvPr>
            <p:ph type="title"/>
          </p:nvPr>
        </p:nvSpPr>
        <p:spPr>
          <a:xfrm>
            <a:off x="714240" y="495360"/>
            <a:ext cx="1266480" cy="685440"/>
          </a:xfrm>
          <a:prstGeom prst="rect">
            <a:avLst/>
          </a:prstGeom>
          <a:noFill/>
          <a:ln w="0">
            <a:noFill/>
          </a:ln>
        </p:spPr>
        <p:txBody>
          <a:bodyPr lIns="91440" rIns="91440" tIns="91440" bIns="91440" anchor="b">
            <a:normAutofit fontScale="84006"/>
          </a:bodyPr>
          <a:p>
            <a:pPr indent="0">
              <a:lnSpc>
                <a:spcPct val="100000"/>
              </a:lnSpc>
              <a:buNone/>
              <a:tabLst>
                <a:tab algn="l" pos="0"/>
              </a:tabLst>
            </a:pPr>
            <a:r>
              <a:rPr b="0" lang="en" sz="4000" spc="-1" strike="noStrike">
                <a:solidFill>
                  <a:schemeClr val="dk1"/>
                </a:solidFill>
                <a:latin typeface="Syne SemiBold"/>
                <a:ea typeface="Syne SemiBold"/>
              </a:rPr>
              <a:t>01</a:t>
            </a:r>
            <a:endParaRPr b="0" lang="fr-FR" sz="4000" spc="-1" strike="noStrike">
              <a:solidFill>
                <a:schemeClr val="dk1"/>
              </a:solidFill>
              <a:latin typeface="Arial"/>
            </a:endParaRPr>
          </a:p>
        </p:txBody>
      </p:sp>
      <p:sp>
        <p:nvSpPr>
          <p:cNvPr id="75" name="Google Shape;166;p32"/>
          <p:cNvSpPr/>
          <p:nvPr/>
        </p:nvSpPr>
        <p:spPr>
          <a:xfrm>
            <a:off x="304920" y="4600440"/>
            <a:ext cx="1123560" cy="390240"/>
          </a:xfrm>
          <a:prstGeom prst="rect">
            <a:avLst/>
          </a:prstGeom>
          <a:noFill/>
          <a:ln w="0">
            <a:noFill/>
          </a:ln>
        </p:spPr>
        <p:style>
          <a:lnRef idx="0"/>
          <a:fillRef idx="0"/>
          <a:effectRef idx="0"/>
          <a:fontRef idx="minor"/>
        </p:style>
        <p:txBody>
          <a:bodyPr lIns="870823080" rIns="870823080" tIns="195120" bIns="195120" anchor="t">
            <a:normAutofit/>
          </a:bodyPr>
          <a:p>
            <a:pPr defTabSz="914400">
              <a:lnSpc>
                <a:spcPct val="100000"/>
              </a:lnSpc>
              <a:tabLst>
                <a:tab algn="l" pos="0"/>
              </a:tabLst>
            </a:pPr>
            <a:endParaRPr b="0" lang="en-US" sz="1800" spc="-1" strike="noStrike">
              <a:solidFill>
                <a:srgbClr val="ffffff"/>
              </a:solidFill>
              <a:latin typeface="OpenSymbol"/>
            </a:endParaRPr>
          </a:p>
        </p:txBody>
      </p:sp>
      <p:cxnSp>
        <p:nvCxnSpPr>
          <p:cNvPr id="76" name="Google Shape;167;p32"/>
          <p:cNvCxnSpPr/>
          <p:nvPr/>
        </p:nvCxnSpPr>
        <p:spPr>
          <a:xfrm>
            <a:off x="1430640" y="4799880"/>
            <a:ext cx="8245800" cy="360"/>
          </a:xfrm>
          <a:prstGeom prst="straightConnector1">
            <a:avLst/>
          </a:prstGeom>
          <a:ln w="9525">
            <a:solidFill>
              <a:srgbClr val="ffffff"/>
            </a:solidFill>
            <a:round/>
          </a:ln>
        </p:spPr>
      </p:cxn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7" name="Google Shape;157;p31" descr=""/>
          <p:cNvPicPr/>
          <p:nvPr/>
        </p:nvPicPr>
        <p:blipFill>
          <a:blip r:embed="rId1"/>
          <a:srcRect l="16565" t="0" r="16573" b="0"/>
          <a:stretch/>
        </p:blipFill>
        <p:spPr>
          <a:xfrm>
            <a:off x="0" y="1476720"/>
            <a:ext cx="4294440" cy="3666240"/>
          </a:xfrm>
          <a:prstGeom prst="rect">
            <a:avLst/>
          </a:prstGeom>
          <a:ln w="0">
            <a:noFill/>
          </a:ln>
        </p:spPr>
      </p:pic>
      <p:sp>
        <p:nvSpPr>
          <p:cNvPr id="78" name="PlaceHolder 1"/>
          <p:cNvSpPr>
            <a:spLocks noGrp="1"/>
          </p:cNvSpPr>
          <p:nvPr>
            <p:ph type="title"/>
          </p:nvPr>
        </p:nvSpPr>
        <p:spPr>
          <a:xfrm>
            <a:off x="809640" y="542880"/>
            <a:ext cx="7619760" cy="571320"/>
          </a:xfrm>
          <a:prstGeom prst="rect">
            <a:avLst/>
          </a:prstGeom>
          <a:noFill/>
          <a:ln w="0">
            <a:noFill/>
          </a:ln>
        </p:spPr>
        <p:txBody>
          <a:bodyPr lIns="91440" rIns="91440" tIns="91440" bIns="91440" anchor="b">
            <a:normAutofit/>
          </a:bodyPr>
          <a:p>
            <a:pPr indent="0">
              <a:lnSpc>
                <a:spcPct val="100000"/>
              </a:lnSpc>
              <a:buNone/>
              <a:tabLst>
                <a:tab algn="l" pos="0"/>
              </a:tabLst>
            </a:pPr>
            <a:r>
              <a:rPr b="0" lang="en" sz="2600" spc="-1" strike="noStrike">
                <a:solidFill>
                  <a:schemeClr val="dk1"/>
                </a:solidFill>
                <a:latin typeface="Syne SemiBold"/>
                <a:ea typeface="Syne SemiBold"/>
              </a:rPr>
              <a:t>Overview of EmoHealth</a:t>
            </a:r>
            <a:endParaRPr b="0" lang="fr-FR" sz="2600" spc="-1" strike="noStrike">
              <a:solidFill>
                <a:schemeClr val="dk1"/>
              </a:solidFill>
              <a:latin typeface="Arial"/>
            </a:endParaRPr>
          </a:p>
        </p:txBody>
      </p:sp>
      <p:sp>
        <p:nvSpPr>
          <p:cNvPr id="79" name="PlaceHolder 2"/>
          <p:cNvSpPr>
            <a:spLocks noGrp="1"/>
          </p:cNvSpPr>
          <p:nvPr>
            <p:ph type="subTitle"/>
          </p:nvPr>
        </p:nvSpPr>
        <p:spPr>
          <a:xfrm>
            <a:off x="4924440" y="1476360"/>
            <a:ext cx="3504960" cy="219024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Albert Sans"/>
                <a:ea typeface="Albert Sans"/>
              </a:rPr>
              <a:t>EmoHealth integrates emotional and healthcare data to enhance disease detection and patient monitoring. By utilizing AI and machine learning, it enables a comprehensive understanding of patient health, bridging the gap between emotional states and medical conditions.</a:t>
            </a:r>
            <a:endParaRPr b="0" lang="en-US" sz="1200" spc="-1" strike="noStrike">
              <a:solidFill>
                <a:srgbClr val="ffffff"/>
              </a:solidFill>
              <a:latin typeface="OpenSymbo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762120" y="790560"/>
            <a:ext cx="7619760" cy="694800"/>
          </a:xfrm>
          <a:prstGeom prst="rect">
            <a:avLst/>
          </a:prstGeom>
          <a:noFill/>
          <a:ln w="0">
            <a:noFill/>
          </a:ln>
        </p:spPr>
        <p:txBody>
          <a:bodyPr lIns="91440" rIns="91440" tIns="91440" bIns="91440" anchor="t">
            <a:normAutofit fontScale="84006"/>
          </a:bodyPr>
          <a:p>
            <a:pPr indent="0">
              <a:lnSpc>
                <a:spcPct val="100000"/>
              </a:lnSpc>
              <a:buNone/>
              <a:tabLst>
                <a:tab algn="l" pos="0"/>
              </a:tabLst>
            </a:pPr>
            <a:r>
              <a:rPr b="0" lang="en" sz="4000" spc="-1" strike="noStrike">
                <a:solidFill>
                  <a:schemeClr val="dk1"/>
                </a:solidFill>
                <a:latin typeface="Syne SemiBold"/>
                <a:ea typeface="Syne SemiBold"/>
              </a:rPr>
              <a:t>Importance of Cross-Domain Detection</a:t>
            </a:r>
            <a:endParaRPr b="0" lang="fr-FR" sz="4000" spc="-1" strike="noStrike">
              <a:solidFill>
                <a:schemeClr val="dk1"/>
              </a:solidFill>
              <a:latin typeface="Arial"/>
            </a:endParaRPr>
          </a:p>
        </p:txBody>
      </p:sp>
      <p:sp>
        <p:nvSpPr>
          <p:cNvPr id="81" name="PlaceHolder 2"/>
          <p:cNvSpPr>
            <a:spLocks noGrp="1"/>
          </p:cNvSpPr>
          <p:nvPr>
            <p:ph/>
          </p:nvPr>
        </p:nvSpPr>
        <p:spPr>
          <a:xfrm>
            <a:off x="3181320" y="2400480"/>
            <a:ext cx="5200200" cy="195228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Albert Sans"/>
                <a:ea typeface="Albert Sans"/>
              </a:rPr>
              <a:t>Cross-domain detection allows for better identification of underlying health issues by considering various data inputs. This multifaceted approach improves diagnostic accuracy, enhances treatment plans, and ultimately leads to more effective patient outcomes.</a:t>
            </a:r>
            <a:endParaRPr b="0" lang="fr-F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762120" y="790560"/>
            <a:ext cx="7619760" cy="694800"/>
          </a:xfrm>
          <a:prstGeom prst="rect">
            <a:avLst/>
          </a:prstGeom>
          <a:noFill/>
          <a:ln w="0">
            <a:noFill/>
          </a:ln>
        </p:spPr>
        <p:txBody>
          <a:bodyPr lIns="91440" rIns="91440" tIns="91440" bIns="91440" anchor="t">
            <a:normAutofit fontScale="84006"/>
          </a:bodyPr>
          <a:p>
            <a:pPr indent="0">
              <a:lnSpc>
                <a:spcPct val="100000"/>
              </a:lnSpc>
              <a:buNone/>
              <a:tabLst>
                <a:tab algn="l" pos="0"/>
              </a:tabLst>
            </a:pPr>
            <a:r>
              <a:rPr b="0" lang="en" sz="4000" spc="-1" strike="noStrike">
                <a:solidFill>
                  <a:schemeClr val="dk1"/>
                </a:solidFill>
                <a:latin typeface="Syne SemiBold"/>
                <a:ea typeface="Syne SemiBold"/>
              </a:rPr>
              <a:t>Current Challenges in Disease Detection</a:t>
            </a:r>
            <a:endParaRPr b="0" lang="fr-FR" sz="4000" spc="-1" strike="noStrike">
              <a:solidFill>
                <a:schemeClr val="dk1"/>
              </a:solidFill>
              <a:latin typeface="Arial"/>
            </a:endParaRPr>
          </a:p>
        </p:txBody>
      </p:sp>
      <p:sp>
        <p:nvSpPr>
          <p:cNvPr id="83" name="PlaceHolder 2"/>
          <p:cNvSpPr>
            <a:spLocks noGrp="1"/>
          </p:cNvSpPr>
          <p:nvPr>
            <p:ph/>
          </p:nvPr>
        </p:nvSpPr>
        <p:spPr>
          <a:xfrm>
            <a:off x="3181320" y="2400480"/>
            <a:ext cx="5200200" cy="195228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Albert Sans"/>
                <a:ea typeface="Albert Sans"/>
              </a:rPr>
              <a:t>The field of disease detection faces numerous challenges, including the fragmentation of health data, varying standards for data quality, and the difficulties in interpreting complex multi-domain information. Additionally, there are issues related to patient privacy and consent that must be adequately addressed to ensure ethical data usage.</a:t>
            </a:r>
            <a:endParaRPr b="0" lang="fr-F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714240" y="3581280"/>
            <a:ext cx="7714800" cy="1018800"/>
          </a:xfrm>
          <a:prstGeom prst="rect">
            <a:avLst/>
          </a:prstGeom>
          <a:noFill/>
          <a:ln w="0">
            <a:noFill/>
          </a:ln>
        </p:spPr>
        <p:txBody>
          <a:bodyPr lIns="91440" rIns="91440" tIns="91440" bIns="91440" anchor="t">
            <a:normAutofit/>
          </a:bodyPr>
          <a:p>
            <a:pPr indent="0" algn="r">
              <a:lnSpc>
                <a:spcPct val="100000"/>
              </a:lnSpc>
              <a:buNone/>
              <a:tabLst>
                <a:tab algn="l" pos="0"/>
              </a:tabLst>
            </a:pPr>
            <a:r>
              <a:rPr b="0" lang="en" sz="5000" spc="-1" strike="noStrike">
                <a:solidFill>
                  <a:schemeClr val="dk1"/>
                </a:solidFill>
                <a:latin typeface="Syne SemiBold"/>
                <a:ea typeface="Syne SemiBold"/>
              </a:rPr>
              <a:t>Methodologies for Detection</a:t>
            </a:r>
            <a:endParaRPr b="0" lang="fr-FR" sz="5000" spc="-1" strike="noStrike">
              <a:solidFill>
                <a:schemeClr val="dk1"/>
              </a:solidFill>
              <a:latin typeface="Arial"/>
            </a:endParaRPr>
          </a:p>
        </p:txBody>
      </p:sp>
      <p:sp>
        <p:nvSpPr>
          <p:cNvPr id="85" name="PlaceHolder 2"/>
          <p:cNvSpPr>
            <a:spLocks noGrp="1"/>
          </p:cNvSpPr>
          <p:nvPr>
            <p:ph type="title"/>
          </p:nvPr>
        </p:nvSpPr>
        <p:spPr>
          <a:xfrm>
            <a:off x="714240" y="495360"/>
            <a:ext cx="1266480" cy="685440"/>
          </a:xfrm>
          <a:prstGeom prst="rect">
            <a:avLst/>
          </a:prstGeom>
          <a:noFill/>
          <a:ln w="0">
            <a:noFill/>
          </a:ln>
        </p:spPr>
        <p:txBody>
          <a:bodyPr lIns="91440" rIns="91440" tIns="91440" bIns="91440" anchor="b">
            <a:normAutofit fontScale="84006"/>
          </a:bodyPr>
          <a:p>
            <a:pPr indent="0">
              <a:lnSpc>
                <a:spcPct val="100000"/>
              </a:lnSpc>
              <a:buNone/>
              <a:tabLst>
                <a:tab algn="l" pos="0"/>
              </a:tabLst>
            </a:pPr>
            <a:r>
              <a:rPr b="0" lang="en" sz="4000" spc="-1" strike="noStrike">
                <a:solidFill>
                  <a:schemeClr val="dk1"/>
                </a:solidFill>
                <a:latin typeface="Syne SemiBold"/>
                <a:ea typeface="Syne SemiBold"/>
              </a:rPr>
              <a:t>02</a:t>
            </a:r>
            <a:endParaRPr b="0" lang="fr-FR" sz="4000" spc="-1" strike="noStrike">
              <a:solidFill>
                <a:schemeClr val="dk1"/>
              </a:solidFill>
              <a:latin typeface="Arial"/>
            </a:endParaRPr>
          </a:p>
        </p:txBody>
      </p:sp>
      <p:sp>
        <p:nvSpPr>
          <p:cNvPr id="86" name="Google Shape;166;p32"/>
          <p:cNvSpPr/>
          <p:nvPr/>
        </p:nvSpPr>
        <p:spPr>
          <a:xfrm>
            <a:off x="304920" y="4600440"/>
            <a:ext cx="1123560" cy="390240"/>
          </a:xfrm>
          <a:prstGeom prst="rect">
            <a:avLst/>
          </a:prstGeom>
          <a:noFill/>
          <a:ln w="0">
            <a:noFill/>
          </a:ln>
        </p:spPr>
        <p:style>
          <a:lnRef idx="0"/>
          <a:fillRef idx="0"/>
          <a:effectRef idx="0"/>
          <a:fontRef idx="minor"/>
        </p:style>
        <p:txBody>
          <a:bodyPr lIns="870823080" rIns="870823080" tIns="195120" bIns="195120" anchor="t">
            <a:normAutofit/>
          </a:bodyPr>
          <a:p>
            <a:pPr defTabSz="914400">
              <a:lnSpc>
                <a:spcPct val="100000"/>
              </a:lnSpc>
              <a:tabLst>
                <a:tab algn="l" pos="0"/>
              </a:tabLst>
            </a:pPr>
            <a:endParaRPr b="0" lang="en-US" sz="1800" spc="-1" strike="noStrike">
              <a:solidFill>
                <a:srgbClr val="ffffff"/>
              </a:solidFill>
              <a:latin typeface="OpenSymbol"/>
            </a:endParaRPr>
          </a:p>
        </p:txBody>
      </p:sp>
      <p:cxnSp>
        <p:nvCxnSpPr>
          <p:cNvPr id="87" name="Google Shape;167;p32"/>
          <p:cNvCxnSpPr/>
          <p:nvPr/>
        </p:nvCxnSpPr>
        <p:spPr>
          <a:xfrm>
            <a:off x="1430640" y="4799880"/>
            <a:ext cx="8245800" cy="360"/>
          </a:xfrm>
          <a:prstGeom prst="straightConnector1">
            <a:avLst/>
          </a:prstGeom>
          <a:ln w="9525">
            <a:solidFill>
              <a:srgbClr val="ffffff"/>
            </a:solidFill>
            <a:round/>
          </a:ln>
        </p:spPr>
      </p:cxn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8" name="Google Shape;157;p31" descr=""/>
          <p:cNvPicPr/>
          <p:nvPr/>
        </p:nvPicPr>
        <p:blipFill>
          <a:blip r:embed="rId1"/>
          <a:srcRect l="16565" t="0" r="16573" b="0"/>
          <a:stretch/>
        </p:blipFill>
        <p:spPr>
          <a:xfrm>
            <a:off x="0" y="1476720"/>
            <a:ext cx="4294440" cy="3666240"/>
          </a:xfrm>
          <a:prstGeom prst="rect">
            <a:avLst/>
          </a:prstGeom>
          <a:ln w="0">
            <a:noFill/>
          </a:ln>
        </p:spPr>
      </p:pic>
      <p:sp>
        <p:nvSpPr>
          <p:cNvPr id="89" name="PlaceHolder 1"/>
          <p:cNvSpPr>
            <a:spLocks noGrp="1"/>
          </p:cNvSpPr>
          <p:nvPr>
            <p:ph type="title"/>
          </p:nvPr>
        </p:nvSpPr>
        <p:spPr>
          <a:xfrm>
            <a:off x="809640" y="542880"/>
            <a:ext cx="7619760" cy="571320"/>
          </a:xfrm>
          <a:prstGeom prst="rect">
            <a:avLst/>
          </a:prstGeom>
          <a:noFill/>
          <a:ln w="0">
            <a:noFill/>
          </a:ln>
        </p:spPr>
        <p:txBody>
          <a:bodyPr lIns="91440" rIns="91440" tIns="91440" bIns="91440" anchor="b">
            <a:normAutofit/>
          </a:bodyPr>
          <a:p>
            <a:pPr indent="0">
              <a:lnSpc>
                <a:spcPct val="100000"/>
              </a:lnSpc>
              <a:buNone/>
              <a:tabLst>
                <a:tab algn="l" pos="0"/>
              </a:tabLst>
            </a:pPr>
            <a:r>
              <a:rPr b="0" lang="en" sz="2600" spc="-1" strike="noStrike">
                <a:solidFill>
                  <a:schemeClr val="dk1"/>
                </a:solidFill>
                <a:latin typeface="Syne SemiBold"/>
                <a:ea typeface="Syne SemiBold"/>
              </a:rPr>
              <a:t>Data Collection Techniques</a:t>
            </a:r>
            <a:endParaRPr b="0" lang="fr-FR" sz="2600" spc="-1" strike="noStrike">
              <a:solidFill>
                <a:schemeClr val="dk1"/>
              </a:solidFill>
              <a:latin typeface="Arial"/>
            </a:endParaRPr>
          </a:p>
        </p:txBody>
      </p:sp>
      <p:sp>
        <p:nvSpPr>
          <p:cNvPr id="90" name="PlaceHolder 2"/>
          <p:cNvSpPr>
            <a:spLocks noGrp="1"/>
          </p:cNvSpPr>
          <p:nvPr>
            <p:ph type="subTitle"/>
          </p:nvPr>
        </p:nvSpPr>
        <p:spPr>
          <a:xfrm>
            <a:off x="4924440" y="1476360"/>
            <a:ext cx="3504960" cy="219024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Albert Sans"/>
                <a:ea typeface="Albert Sans"/>
              </a:rPr>
              <a:t>Effective data collection techniques are vital for gathering comprehensive health information. These techniques may include surveys, biometric monitoring, and integration of data from wearable devices. The use of electronic health records (EHRs) also facilitates the aggregation of patient data, providing a richer context for analysis.</a:t>
            </a:r>
            <a:endParaRPr b="0" lang="en-US" sz="1200" spc="-1" strike="noStrike">
              <a:solidFill>
                <a:srgbClr val="ffffff"/>
              </a:solidFill>
              <a:latin typeface="OpenSymbo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762120" y="790560"/>
            <a:ext cx="7619760" cy="694800"/>
          </a:xfrm>
          <a:prstGeom prst="rect">
            <a:avLst/>
          </a:prstGeom>
          <a:noFill/>
          <a:ln w="0">
            <a:noFill/>
          </a:ln>
        </p:spPr>
        <p:txBody>
          <a:bodyPr lIns="91440" rIns="91440" tIns="91440" bIns="91440" anchor="t">
            <a:normAutofit fontScale="84006"/>
          </a:bodyPr>
          <a:p>
            <a:pPr indent="0">
              <a:lnSpc>
                <a:spcPct val="100000"/>
              </a:lnSpc>
              <a:buNone/>
              <a:tabLst>
                <a:tab algn="l" pos="0"/>
              </a:tabLst>
            </a:pPr>
            <a:r>
              <a:rPr b="0" lang="en" sz="4000" spc="-1" strike="noStrike">
                <a:solidFill>
                  <a:schemeClr val="dk1"/>
                </a:solidFill>
                <a:latin typeface="Syne SemiBold"/>
                <a:ea typeface="Syne SemiBold"/>
              </a:rPr>
              <a:t>Machine Learning Approaches</a:t>
            </a:r>
            <a:endParaRPr b="0" lang="fr-FR" sz="4000" spc="-1" strike="noStrike">
              <a:solidFill>
                <a:schemeClr val="dk1"/>
              </a:solidFill>
              <a:latin typeface="Arial"/>
            </a:endParaRPr>
          </a:p>
        </p:txBody>
      </p:sp>
      <p:sp>
        <p:nvSpPr>
          <p:cNvPr id="92" name="PlaceHolder 2"/>
          <p:cNvSpPr>
            <a:spLocks noGrp="1"/>
          </p:cNvSpPr>
          <p:nvPr>
            <p:ph/>
          </p:nvPr>
        </p:nvSpPr>
        <p:spPr>
          <a:xfrm>
            <a:off x="3181320" y="2400480"/>
            <a:ext cx="5200200" cy="195228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Albert Sans"/>
                <a:ea typeface="Albert Sans"/>
              </a:rPr>
              <a:t>Machine learning plays a pivotal role in disease detection, offering algorithms that can analyze vast datasets to identify patterns and predict health outcomes. Techniques such as supervised learning, unsupervised learning, and deep learning are employed to improve diagnostic capabilities and generate actionable insights from datasets.</a:t>
            </a:r>
            <a:endParaRPr b="0" lang="fr-F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762120" y="790560"/>
            <a:ext cx="7619760" cy="694800"/>
          </a:xfrm>
          <a:prstGeom prst="rect">
            <a:avLst/>
          </a:prstGeom>
          <a:noFill/>
          <a:ln w="0">
            <a:noFill/>
          </a:ln>
        </p:spPr>
        <p:txBody>
          <a:bodyPr lIns="91440" rIns="91440" tIns="91440" bIns="91440" anchor="t">
            <a:normAutofit fontScale="84006"/>
          </a:bodyPr>
          <a:p>
            <a:pPr indent="0">
              <a:lnSpc>
                <a:spcPct val="100000"/>
              </a:lnSpc>
              <a:buNone/>
              <a:tabLst>
                <a:tab algn="l" pos="0"/>
              </a:tabLst>
            </a:pPr>
            <a:r>
              <a:rPr b="0" lang="en" sz="4000" spc="-1" strike="noStrike">
                <a:solidFill>
                  <a:schemeClr val="dk1"/>
                </a:solidFill>
                <a:latin typeface="Syne SemiBold"/>
                <a:ea typeface="Syne SemiBold"/>
              </a:rPr>
              <a:t>Integration of Multi-Domain Data</a:t>
            </a:r>
            <a:endParaRPr b="0" lang="fr-FR" sz="4000" spc="-1" strike="noStrike">
              <a:solidFill>
                <a:schemeClr val="dk1"/>
              </a:solidFill>
              <a:latin typeface="Arial"/>
            </a:endParaRPr>
          </a:p>
        </p:txBody>
      </p:sp>
      <p:sp>
        <p:nvSpPr>
          <p:cNvPr id="94" name="PlaceHolder 2"/>
          <p:cNvSpPr>
            <a:spLocks noGrp="1"/>
          </p:cNvSpPr>
          <p:nvPr>
            <p:ph/>
          </p:nvPr>
        </p:nvSpPr>
        <p:spPr>
          <a:xfrm>
            <a:off x="3181320" y="2400480"/>
            <a:ext cx="5200200" cy="195228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Albert Sans"/>
                <a:ea typeface="Albert Sans"/>
              </a:rPr>
              <a:t>Integrating data from various domains—such as physical health, emotional wellbeing, and social factors—is crucial for a holistic understanding of patient health. This integration enables healthcare providers to develop more personalized treatments and interventions, addressing both physiological and psychological aspects of health.</a:t>
            </a:r>
            <a:endParaRPr b="0" lang="fr-F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5" name="Google Shape;157;p31" descr=""/>
          <p:cNvPicPr/>
          <p:nvPr/>
        </p:nvPicPr>
        <p:blipFill>
          <a:blip r:embed="rId1"/>
          <a:srcRect l="16565" t="0" r="16573" b="0"/>
          <a:stretch/>
        </p:blipFill>
        <p:spPr>
          <a:xfrm>
            <a:off x="0" y="1476720"/>
            <a:ext cx="4294440" cy="3666240"/>
          </a:xfrm>
          <a:prstGeom prst="rect">
            <a:avLst/>
          </a:prstGeom>
          <a:ln w="0">
            <a:noFill/>
          </a:ln>
        </p:spPr>
      </p:pic>
      <p:sp>
        <p:nvSpPr>
          <p:cNvPr id="96" name="PlaceHolder 1"/>
          <p:cNvSpPr>
            <a:spLocks noGrp="1"/>
          </p:cNvSpPr>
          <p:nvPr>
            <p:ph type="title"/>
          </p:nvPr>
        </p:nvSpPr>
        <p:spPr>
          <a:xfrm>
            <a:off x="809640" y="542880"/>
            <a:ext cx="7619760" cy="571320"/>
          </a:xfrm>
          <a:prstGeom prst="rect">
            <a:avLst/>
          </a:prstGeom>
          <a:noFill/>
          <a:ln w="0">
            <a:noFill/>
          </a:ln>
        </p:spPr>
        <p:txBody>
          <a:bodyPr lIns="91440" rIns="91440" tIns="91440" bIns="91440" anchor="b">
            <a:normAutofit/>
          </a:bodyPr>
          <a:p>
            <a:pPr indent="0">
              <a:lnSpc>
                <a:spcPct val="100000"/>
              </a:lnSpc>
              <a:buNone/>
              <a:tabLst>
                <a:tab algn="l" pos="0"/>
              </a:tabLst>
            </a:pPr>
            <a:r>
              <a:rPr b="0" lang="en" sz="2600" spc="-1" strike="noStrike">
                <a:solidFill>
                  <a:schemeClr val="dk1"/>
                </a:solidFill>
                <a:latin typeface="Syne SemiBold"/>
                <a:ea typeface="Syne SemiBold"/>
              </a:rPr>
              <a:t>Conclusions</a:t>
            </a:r>
            <a:endParaRPr b="0" lang="fr-FR" sz="2600" spc="-1" strike="noStrike">
              <a:solidFill>
                <a:schemeClr val="dk1"/>
              </a:solidFill>
              <a:latin typeface="Arial"/>
            </a:endParaRPr>
          </a:p>
        </p:txBody>
      </p:sp>
      <p:sp>
        <p:nvSpPr>
          <p:cNvPr id="97" name="PlaceHolder 2"/>
          <p:cNvSpPr>
            <a:spLocks noGrp="1"/>
          </p:cNvSpPr>
          <p:nvPr>
            <p:ph type="subTitle"/>
          </p:nvPr>
        </p:nvSpPr>
        <p:spPr>
          <a:xfrm>
            <a:off x="4924440" y="1476360"/>
            <a:ext cx="3504960" cy="219024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Albert Sans"/>
                <a:ea typeface="Albert Sans"/>
              </a:rPr>
              <a:t>In conclusion, the EmoHealth Nexus represents a significant advancement in disease detection through the integration of cross-domain methodologies. By overcoming current challenges and utilizing innovative data collection and machine learning techniques, this approach can lead to improved health outcomes and a deeper understanding of patient needs.</a:t>
            </a:r>
            <a:endParaRPr b="0" lang="en-US" sz="1200" spc="-1" strike="noStrike">
              <a:solidFill>
                <a:srgbClr val="ffffff"/>
              </a:solidFill>
              <a:latin typeface="OpenSymbo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714240" y="542880"/>
            <a:ext cx="2838240" cy="790200"/>
          </a:xfrm>
          <a:prstGeom prst="rect">
            <a:avLst/>
          </a:prstGeom>
          <a:noFill/>
          <a:ln w="0">
            <a:noFill/>
          </a:ln>
        </p:spPr>
        <p:txBody>
          <a:bodyPr lIns="91440" rIns="91440" tIns="91440" bIns="91440" anchor="b">
            <a:normAutofit fontScale="81194"/>
          </a:bodyPr>
          <a:p>
            <a:pPr indent="0">
              <a:lnSpc>
                <a:spcPct val="100000"/>
              </a:lnSpc>
              <a:buNone/>
              <a:tabLst>
                <a:tab algn="l" pos="0"/>
              </a:tabLst>
            </a:pPr>
            <a:r>
              <a:rPr b="0" lang="en" sz="5000" spc="-1" strike="noStrike">
                <a:solidFill>
                  <a:schemeClr val="dk1"/>
                </a:solidFill>
                <a:latin typeface="Syne SemiBold"/>
                <a:ea typeface="Syne SemiBold"/>
              </a:rPr>
              <a:t>Thank you!</a:t>
            </a:r>
            <a:endParaRPr b="0" lang="fr-FR" sz="5000" spc="-1" strike="noStrike">
              <a:solidFill>
                <a:schemeClr val="dk1"/>
              </a:solidFill>
              <a:latin typeface="Arial"/>
            </a:endParaRPr>
          </a:p>
        </p:txBody>
      </p:sp>
      <p:sp>
        <p:nvSpPr>
          <p:cNvPr id="99" name="PlaceHolder 2"/>
          <p:cNvSpPr>
            <a:spLocks noGrp="1"/>
          </p:cNvSpPr>
          <p:nvPr>
            <p:ph type="subTitle"/>
          </p:nvPr>
        </p:nvSpPr>
        <p:spPr>
          <a:xfrm>
            <a:off x="714240" y="1324080"/>
            <a:ext cx="2838240" cy="1056960"/>
          </a:xfrm>
          <a:prstGeom prst="rect">
            <a:avLst/>
          </a:prstGeom>
          <a:noFill/>
          <a:ln w="0">
            <a:noFill/>
          </a:ln>
        </p:spPr>
        <p:txBody>
          <a:bodyPr lIns="91440" rIns="91440" tIns="91440" bIns="91440" anchor="t">
            <a:normAutofit/>
          </a:bodyPr>
          <a:p>
            <a:pPr indent="0">
              <a:lnSpc>
                <a:spcPct val="100000"/>
              </a:lnSpc>
              <a:buNone/>
              <a:tabLst>
                <a:tab algn="l" pos="0"/>
              </a:tabLst>
            </a:pPr>
            <a:r>
              <a:rPr b="1" lang="en" sz="1400" spc="-1" strike="noStrike">
                <a:solidFill>
                  <a:schemeClr val="dk1"/>
                </a:solidFill>
                <a:latin typeface="Albert Sans"/>
                <a:ea typeface="Albert Sans"/>
              </a:rPr>
              <a:t>Do you have any questions?</a:t>
            </a:r>
            <a:endParaRPr b="0" lang="en-US" sz="1400" spc="-1" strike="noStrike">
              <a:solidFill>
                <a:srgbClr val="ffffff"/>
              </a:solidFill>
              <a:latin typeface="OpenSymbol"/>
            </a:endParaRPr>
          </a:p>
        </p:txBody>
      </p:sp>
      <p:grpSp>
        <p:nvGrpSpPr>
          <p:cNvPr id="100" name="Google Shape;303;p42"/>
          <p:cNvGrpSpPr/>
          <p:nvPr/>
        </p:nvGrpSpPr>
        <p:grpSpPr>
          <a:xfrm>
            <a:off x="6273360" y="3321720"/>
            <a:ext cx="275760" cy="275760"/>
            <a:chOff x="6273360" y="3321720"/>
            <a:chExt cx="275760" cy="275760"/>
          </a:xfrm>
        </p:grpSpPr>
        <p:sp>
          <p:nvSpPr>
            <p:cNvPr id="101" name="Google Shape;304;p42"/>
            <p:cNvSpPr/>
            <p:nvPr/>
          </p:nvSpPr>
          <p:spPr>
            <a:xfrm>
              <a:off x="6273360" y="3321720"/>
              <a:ext cx="275760" cy="275760"/>
            </a:xfrm>
            <a:custGeom>
              <a:avLst/>
              <a:gdLst>
                <a:gd name="textAreaLeft" fmla="*/ 0 w 275760"/>
                <a:gd name="textAreaRight" fmla="*/ 276120 w 275760"/>
                <a:gd name="textAreaTop" fmla="*/ 0 h 275760"/>
                <a:gd name="textAreaBottom" fmla="*/ 276120 h 275760"/>
              </a:gdLst>
              <a:ahLst/>
              <a:rect l="textAreaLeft" t="textAreaTop" r="textAreaRight" b="textAreaBottom"/>
              <a:pathLst>
                <a:path w="6764" h="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02" name="Google Shape;305;p42"/>
            <p:cNvSpPr/>
            <p:nvPr/>
          </p:nvSpPr>
          <p:spPr>
            <a:xfrm>
              <a:off x="6337440" y="3387240"/>
              <a:ext cx="146880" cy="144000"/>
            </a:xfrm>
            <a:custGeom>
              <a:avLst/>
              <a:gdLst>
                <a:gd name="textAreaLeft" fmla="*/ 0 w 146880"/>
                <a:gd name="textAreaRight" fmla="*/ 147240 w 146880"/>
                <a:gd name="textAreaTop" fmla="*/ 0 h 144000"/>
                <a:gd name="textAreaBottom" fmla="*/ 144360 h 144000"/>
              </a:gdLst>
              <a:ahLst/>
              <a:rect l="textAreaLeft" t="textAreaTop" r="textAreaRight" b="textAreaBottom"/>
              <a:pathLst>
                <a:path w="3607" h="3542">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dk1"/>
            </a:solidFill>
            <a:ln w="0">
              <a:noFill/>
            </a:ln>
          </p:spPr>
          <p:style>
            <a:lnRef idx="0"/>
            <a:fillRef idx="0"/>
            <a:effectRef idx="0"/>
            <a:fontRef idx="minor"/>
          </p:style>
          <p:txBody>
            <a:bodyPr tIns="72000" bIns="7200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03" name="Google Shape;306;p42"/>
            <p:cNvSpPr/>
            <p:nvPr/>
          </p:nvSpPr>
          <p:spPr>
            <a:xfrm>
              <a:off x="6467040" y="3357360"/>
              <a:ext cx="37440" cy="37080"/>
            </a:xfrm>
            <a:custGeom>
              <a:avLst/>
              <a:gdLst>
                <a:gd name="textAreaLeft" fmla="*/ 0 w 37440"/>
                <a:gd name="textAreaRight" fmla="*/ 37800 w 37440"/>
                <a:gd name="textAreaTop" fmla="*/ 0 h 37080"/>
                <a:gd name="textAreaBottom" fmla="*/ 37440 h 37080"/>
              </a:gdLst>
              <a:ahLst/>
              <a:rect l="textAreaLeft" t="textAreaTop" r="textAreaRight" b="textAreaBottom"/>
              <a:pathLst>
                <a:path w="929" h="918">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dk1"/>
            </a:solidFill>
            <a:ln w="0">
              <a:noFill/>
            </a:ln>
          </p:spPr>
          <p:style>
            <a:lnRef idx="0"/>
            <a:fillRef idx="0"/>
            <a:effectRef idx="0"/>
            <a:fontRef idx="minor"/>
          </p:style>
          <p:txBody>
            <a:bodyPr tIns="18720" bIns="18720" anchor="ctr">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104" name="Google Shape;307;p42"/>
          <p:cNvGrpSpPr/>
          <p:nvPr/>
        </p:nvGrpSpPr>
        <p:grpSpPr>
          <a:xfrm>
            <a:off x="7139160" y="3340440"/>
            <a:ext cx="266400" cy="238320"/>
            <a:chOff x="7139160" y="3340440"/>
            <a:chExt cx="266400" cy="238320"/>
          </a:xfrm>
        </p:grpSpPr>
        <p:sp>
          <p:nvSpPr>
            <p:cNvPr id="105" name="Google Shape;308;p42"/>
            <p:cNvSpPr/>
            <p:nvPr/>
          </p:nvSpPr>
          <p:spPr>
            <a:xfrm>
              <a:off x="7148520" y="3424680"/>
              <a:ext cx="60840" cy="154080"/>
            </a:xfrm>
            <a:custGeom>
              <a:avLst/>
              <a:gdLst>
                <a:gd name="textAreaLeft" fmla="*/ 0 w 60840"/>
                <a:gd name="textAreaRight" fmla="*/ 61200 w 60840"/>
                <a:gd name="textAreaTop" fmla="*/ 0 h 154080"/>
                <a:gd name="textAreaBottom" fmla="*/ 154440 h 154080"/>
              </a:gdLst>
              <a:ahLst/>
              <a:rect l="textAreaLeft" t="textAreaTop" r="textAreaRight" b="textAreaBottom"/>
              <a:pathLst>
                <a:path w="1502" h="3787">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dk1"/>
            </a:solidFill>
            <a:ln w="0">
              <a:noFill/>
            </a:ln>
          </p:spPr>
          <p:style>
            <a:lnRef idx="0"/>
            <a:fillRef idx="0"/>
            <a:effectRef idx="0"/>
            <a:fontRef idx="minor"/>
          </p:style>
          <p:txBody>
            <a:bodyPr tIns="77040" bIns="770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06" name="Google Shape;309;p42"/>
            <p:cNvSpPr/>
            <p:nvPr/>
          </p:nvSpPr>
          <p:spPr>
            <a:xfrm>
              <a:off x="7139160" y="3340440"/>
              <a:ext cx="70200" cy="70200"/>
            </a:xfrm>
            <a:custGeom>
              <a:avLst/>
              <a:gdLst>
                <a:gd name="textAreaLeft" fmla="*/ 0 w 70200"/>
                <a:gd name="textAreaRight" fmla="*/ 70560 w 70200"/>
                <a:gd name="textAreaTop" fmla="*/ 0 h 70200"/>
                <a:gd name="textAreaBottom" fmla="*/ 70560 h 70200"/>
              </a:gdLst>
              <a:ahLst/>
              <a:rect l="textAreaLeft" t="textAreaTop" r="textAreaRight" b="textAreaBottom"/>
              <a:pathLst>
                <a:path w="1728" h="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dk1"/>
            </a:solidFill>
            <a:ln w="0">
              <a:noFill/>
            </a:ln>
          </p:spPr>
          <p:style>
            <a:lnRef idx="0"/>
            <a:fillRef idx="0"/>
            <a:effectRef idx="0"/>
            <a:fontRef idx="minor"/>
          </p:style>
          <p:txBody>
            <a:bodyPr tIns="35280" bIns="3528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07" name="Google Shape;310;p42"/>
            <p:cNvSpPr/>
            <p:nvPr/>
          </p:nvSpPr>
          <p:spPr>
            <a:xfrm>
              <a:off x="7241760" y="3424680"/>
              <a:ext cx="163800" cy="154080"/>
            </a:xfrm>
            <a:custGeom>
              <a:avLst/>
              <a:gdLst>
                <a:gd name="textAreaLeft" fmla="*/ 0 w 163800"/>
                <a:gd name="textAreaRight" fmla="*/ 164160 w 163800"/>
                <a:gd name="textAreaTop" fmla="*/ 0 h 154080"/>
                <a:gd name="textAreaBottom" fmla="*/ 154440 h 154080"/>
              </a:gdLst>
              <a:ahLst/>
              <a:rect l="textAreaLeft" t="textAreaTop" r="textAreaRight" b="textAreaBottom"/>
              <a:pathLst>
                <a:path w="4026" h="3787">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dk1"/>
            </a:solidFill>
            <a:ln w="0">
              <a:noFill/>
            </a:ln>
          </p:spPr>
          <p:style>
            <a:lnRef idx="0"/>
            <a:fillRef idx="0"/>
            <a:effectRef idx="0"/>
            <a:fontRef idx="minor"/>
          </p:style>
          <p:txBody>
            <a:bodyPr tIns="77040" bIns="7704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108" name="Google Shape;311;p42"/>
          <p:cNvSpPr/>
          <p:nvPr/>
        </p:nvSpPr>
        <p:spPr>
          <a:xfrm>
            <a:off x="8003160" y="3340800"/>
            <a:ext cx="291240" cy="237600"/>
          </a:xfrm>
          <a:custGeom>
            <a:avLst/>
            <a:gdLst>
              <a:gd name="textAreaLeft" fmla="*/ 0 w 291240"/>
              <a:gd name="textAreaRight" fmla="*/ 291600 w 291240"/>
              <a:gd name="textAreaTop" fmla="*/ 0 h 237600"/>
              <a:gd name="textAreaBottom" fmla="*/ 237960 h 237600"/>
            </a:gdLst>
            <a:ahLst/>
            <a:rect l="textAreaLeft" t="textAreaTop" r="textAreaRight" b="textAreaBottom"/>
            <a:pathLst>
              <a:path w="7144" h="5835">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09" name="Google Shape;312;p42"/>
          <p:cNvSpPr/>
          <p:nvPr/>
        </p:nvSpPr>
        <p:spPr>
          <a:xfrm>
            <a:off x="4276800" y="4343400"/>
            <a:ext cx="4152600" cy="256680"/>
          </a:xfrm>
          <a:prstGeom prst="rect">
            <a:avLst/>
          </a:prstGeom>
          <a:noFill/>
          <a:ln w="0">
            <a:noFill/>
          </a:ln>
        </p:spPr>
        <p:style>
          <a:lnRef idx="0"/>
          <a:fillRef idx="0"/>
          <a:effectRef idx="0"/>
          <a:fontRef idx="minor"/>
        </p:style>
        <p:txBody>
          <a:bodyPr lIns="870823080" rIns="870823080" tIns="128520" bIns="128520" anchor="t">
            <a:normAutofit/>
          </a:bodyPr>
          <a:p>
            <a:pPr algn="r" defTabSz="914400">
              <a:lnSpc>
                <a:spcPct val="100000"/>
              </a:lnSpc>
              <a:tabLst>
                <a:tab algn="l" pos="0"/>
              </a:tabLst>
            </a:pPr>
            <a:r>
              <a:rPr b="0" lang="en" sz="1000" spc="-1" strike="noStrike">
                <a:solidFill>
                  <a:schemeClr val="dk1"/>
                </a:solidFill>
                <a:latin typeface="Arial"/>
              </a:rPr>
              <a:t>+91 620 421 838</a:t>
            </a:r>
            <a:endParaRPr b="0" lang="en-US" sz="1000" spc="-1" strike="noStrike">
              <a:solidFill>
                <a:srgbClr val="ffffff"/>
              </a:solidFill>
              <a:latin typeface="OpenSymbol"/>
            </a:endParaRPr>
          </a:p>
        </p:txBody>
      </p:sp>
      <p:sp>
        <p:nvSpPr>
          <p:cNvPr id="110" name="Google Shape;313;p42"/>
          <p:cNvSpPr/>
          <p:nvPr/>
        </p:nvSpPr>
        <p:spPr>
          <a:xfrm>
            <a:off x="304920" y="4600440"/>
            <a:ext cx="1123560" cy="390240"/>
          </a:xfrm>
          <a:prstGeom prst="rect">
            <a:avLst/>
          </a:prstGeom>
          <a:noFill/>
          <a:ln w="0">
            <a:noFill/>
          </a:ln>
        </p:spPr>
        <p:style>
          <a:lnRef idx="0"/>
          <a:fillRef idx="0"/>
          <a:effectRef idx="0"/>
          <a:fontRef idx="minor"/>
        </p:style>
        <p:txBody>
          <a:bodyPr lIns="870823080" rIns="870823080" tIns="195120" bIns="195120" anchor="t">
            <a:normAutofit fontScale="12222"/>
          </a:bodyPr>
          <a:p>
            <a:pPr defTabSz="914400">
              <a:lnSpc>
                <a:spcPct val="100000"/>
              </a:lnSpc>
              <a:tabLst>
                <a:tab algn="l" pos="0"/>
              </a:tabLst>
            </a:pPr>
            <a:r>
              <a:rPr b="0" lang="en" sz="1000" spc="-1" strike="noStrike">
                <a:solidFill>
                  <a:schemeClr val="dk1"/>
                </a:solidFill>
                <a:latin typeface="Arial"/>
              </a:rPr>
              <a:t>www.yourwebsite.com</a:t>
            </a:r>
            <a:endParaRPr b="0" lang="en-US" sz="1000" spc="-1" strike="noStrike">
              <a:solidFill>
                <a:srgbClr val="ffffff"/>
              </a:solidFill>
              <a:latin typeface="OpenSymbol"/>
            </a:endParaRPr>
          </a:p>
        </p:txBody>
      </p:sp>
      <p:cxnSp>
        <p:nvCxnSpPr>
          <p:cNvPr id="111" name="Google Shape;314;p42"/>
          <p:cNvCxnSpPr/>
          <p:nvPr/>
        </p:nvCxnSpPr>
        <p:spPr>
          <a:xfrm>
            <a:off x="1430640" y="4799880"/>
            <a:ext cx="8245800" cy="360"/>
          </a:xfrm>
          <a:prstGeom prst="straightConnector1">
            <a:avLst/>
          </a:prstGeom>
          <a:ln w="9525">
            <a:solidFill>
              <a:srgbClr val="ffffff"/>
            </a:solidFill>
            <a:round/>
          </a:ln>
        </p:spPr>
      </p:cxn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Tech Startup by Slidesgo">
  <a:themeElements>
    <a:clrScheme name="Simple Light">
      <a:dk1>
        <a:srgbClr val="ffffff"/>
      </a:dk1>
      <a:lt1>
        <a:srgbClr val="091060"/>
      </a:lt1>
      <a:dk2>
        <a:srgbClr val="7247b8"/>
      </a:dk2>
      <a:lt2>
        <a:srgbClr val="0deee7"/>
      </a:lt2>
      <a:accent1>
        <a:srgbClr val="01507c"/>
      </a:accent1>
      <a:accent2>
        <a:srgbClr val="15d2cb"/>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Tech Startup by Slidesgo">
  <a:themeElements>
    <a:clrScheme name="Simple Light">
      <a:dk1>
        <a:srgbClr val="ffffff"/>
      </a:dk1>
      <a:lt1>
        <a:srgbClr val="091060"/>
      </a:lt1>
      <a:dk2>
        <a:srgbClr val="7247b8"/>
      </a:dk2>
      <a:lt2>
        <a:srgbClr val="0deee7"/>
      </a:lt2>
      <a:accent1>
        <a:srgbClr val="01507c"/>
      </a:accent1>
      <a:accent2>
        <a:srgbClr val="15d2cb"/>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Tech Startup by Slidesgo">
  <a:themeElements>
    <a:clrScheme name="Simple Light">
      <a:dk1>
        <a:srgbClr val="ffffff"/>
      </a:dk1>
      <a:lt1>
        <a:srgbClr val="091060"/>
      </a:lt1>
      <a:dk2>
        <a:srgbClr val="7247b8"/>
      </a:dk2>
      <a:lt2>
        <a:srgbClr val="0deee7"/>
      </a:lt2>
      <a:accent1>
        <a:srgbClr val="01507c"/>
      </a:accent1>
      <a:accent2>
        <a:srgbClr val="15d2cb"/>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Tech Startup by Slidesgo">
  <a:themeElements>
    <a:clrScheme name="Simple Light">
      <a:dk1>
        <a:srgbClr val="ffffff"/>
      </a:dk1>
      <a:lt1>
        <a:srgbClr val="091060"/>
      </a:lt1>
      <a:dk2>
        <a:srgbClr val="7247b8"/>
      </a:dk2>
      <a:lt2>
        <a:srgbClr val="0deee7"/>
      </a:lt2>
      <a:accent1>
        <a:srgbClr val="01507c"/>
      </a:accent1>
      <a:accent2>
        <a:srgbClr val="15d2cb"/>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Tech Startup by Slidesgo">
  <a:themeElements>
    <a:clrScheme name="Simple Light">
      <a:dk1>
        <a:srgbClr val="ffffff"/>
      </a:dk1>
      <a:lt1>
        <a:srgbClr val="091060"/>
      </a:lt1>
      <a:dk2>
        <a:srgbClr val="7247b8"/>
      </a:dk2>
      <a:lt2>
        <a:srgbClr val="0deee7"/>
      </a:lt2>
      <a:accent1>
        <a:srgbClr val="01507c"/>
      </a:accent1>
      <a:accent2>
        <a:srgbClr val="15d2cb"/>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Tech Startup by Slidesgo">
  <a:themeElements>
    <a:clrScheme name="Simple Light">
      <a:dk1>
        <a:srgbClr val="ffffff"/>
      </a:dk1>
      <a:lt1>
        <a:srgbClr val="091060"/>
      </a:lt1>
      <a:dk2>
        <a:srgbClr val="7247b8"/>
      </a:dk2>
      <a:lt2>
        <a:srgbClr val="0deee7"/>
      </a:lt2>
      <a:accent1>
        <a:srgbClr val="01507c"/>
      </a:accent1>
      <a:accent2>
        <a:srgbClr val="15d2cb"/>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Tech Startup by Slidesgo">
  <a:themeElements>
    <a:clrScheme name="Simple Light">
      <a:dk1>
        <a:srgbClr val="ffffff"/>
      </a:dk1>
      <a:lt1>
        <a:srgbClr val="091060"/>
      </a:lt1>
      <a:dk2>
        <a:srgbClr val="7247b8"/>
      </a:dk2>
      <a:lt2>
        <a:srgbClr val="0deee7"/>
      </a:lt2>
      <a:accent1>
        <a:srgbClr val="01507c"/>
      </a:accent1>
      <a:accent2>
        <a:srgbClr val="15d2cb"/>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Tech Startup by Slidesgo">
  <a:themeElements>
    <a:clrScheme name="Simple Light">
      <a:dk1>
        <a:srgbClr val="ffffff"/>
      </a:dk1>
      <a:lt1>
        <a:srgbClr val="091060"/>
      </a:lt1>
      <a:dk2>
        <a:srgbClr val="7247b8"/>
      </a:dk2>
      <a:lt2>
        <a:srgbClr val="0deee7"/>
      </a:lt2>
      <a:accent1>
        <a:srgbClr val="01507c"/>
      </a:accent1>
      <a:accent2>
        <a:srgbClr val="15d2cb"/>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Tech Startup by Slidesgo">
  <a:themeElements>
    <a:clrScheme name="Simple Light">
      <a:dk1>
        <a:srgbClr val="ffffff"/>
      </a:dk1>
      <a:lt1>
        <a:srgbClr val="091060"/>
      </a:lt1>
      <a:dk2>
        <a:srgbClr val="7247b8"/>
      </a:dk2>
      <a:lt2>
        <a:srgbClr val="0deee7"/>
      </a:lt2>
      <a:accent1>
        <a:srgbClr val="01507c"/>
      </a:accent1>
      <a:accent2>
        <a:srgbClr val="15d2cb"/>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Tech Startup by Slidesgo">
  <a:themeElements>
    <a:clrScheme name="Simple Light">
      <a:dk1>
        <a:srgbClr val="ffffff"/>
      </a:dk1>
      <a:lt1>
        <a:srgbClr val="091060"/>
      </a:lt1>
      <a:dk2>
        <a:srgbClr val="7247b8"/>
      </a:dk2>
      <a:lt2>
        <a:srgbClr val="0deee7"/>
      </a:lt2>
      <a:accent1>
        <a:srgbClr val="01507c"/>
      </a:accent1>
      <a:accent2>
        <a:srgbClr val="15d2cb"/>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Tech Startup by Slidesgo">
  <a:themeElements>
    <a:clrScheme name="Simple Light">
      <a:dk1>
        <a:srgbClr val="ffffff"/>
      </a:dk1>
      <a:lt1>
        <a:srgbClr val="091060"/>
      </a:lt1>
      <a:dk2>
        <a:srgbClr val="7247b8"/>
      </a:dk2>
      <a:lt2>
        <a:srgbClr val="0deee7"/>
      </a:lt2>
      <a:accent1>
        <a:srgbClr val="01507c"/>
      </a:accent1>
      <a:accent2>
        <a:srgbClr val="15d2cb"/>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Tech Startup by Slidesgo">
  <a:themeElements>
    <a:clrScheme name="Simple Light">
      <a:dk1>
        <a:srgbClr val="ffffff"/>
      </a:dk1>
      <a:lt1>
        <a:srgbClr val="091060"/>
      </a:lt1>
      <a:dk2>
        <a:srgbClr val="7247b8"/>
      </a:dk2>
      <a:lt2>
        <a:srgbClr val="0deee7"/>
      </a:lt2>
      <a:accent1>
        <a:srgbClr val="01507c"/>
      </a:accent1>
      <a:accent2>
        <a:srgbClr val="15d2cb"/>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Tech Startup by Slidesgo">
  <a:themeElements>
    <a:clrScheme name="Simple Light">
      <a:dk1>
        <a:srgbClr val="ffffff"/>
      </a:dk1>
      <a:lt1>
        <a:srgbClr val="091060"/>
      </a:lt1>
      <a:dk2>
        <a:srgbClr val="7247b8"/>
      </a:dk2>
      <a:lt2>
        <a:srgbClr val="0deee7"/>
      </a:lt2>
      <a:accent1>
        <a:srgbClr val="01507c"/>
      </a:accent1>
      <a:accent2>
        <a:srgbClr val="15d2cb"/>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Tech Startup by Slidesgo">
  <a:themeElements>
    <a:clrScheme name="Simple Light">
      <a:dk1>
        <a:srgbClr val="ffffff"/>
      </a:dk1>
      <a:lt1>
        <a:srgbClr val="091060"/>
      </a:lt1>
      <a:dk2>
        <a:srgbClr val="7247b8"/>
      </a:dk2>
      <a:lt2>
        <a:srgbClr val="0deee7"/>
      </a:lt2>
      <a:accent1>
        <a:srgbClr val="01507c"/>
      </a:accent1>
      <a:accent2>
        <a:srgbClr val="15d2cb"/>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Tech Startup by Slidesgo">
  <a:themeElements>
    <a:clrScheme name="Simple Light">
      <a:dk1>
        <a:srgbClr val="ffffff"/>
      </a:dk1>
      <a:lt1>
        <a:srgbClr val="091060"/>
      </a:lt1>
      <a:dk2>
        <a:srgbClr val="7247b8"/>
      </a:dk2>
      <a:lt2>
        <a:srgbClr val="0deee7"/>
      </a:lt2>
      <a:accent1>
        <a:srgbClr val="01507c"/>
      </a:accent1>
      <a:accent2>
        <a:srgbClr val="15d2cb"/>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Tech Startup by Slidesgo">
  <a:themeElements>
    <a:clrScheme name="Simple Light">
      <a:dk1>
        <a:srgbClr val="ffffff"/>
      </a:dk1>
      <a:lt1>
        <a:srgbClr val="091060"/>
      </a:lt1>
      <a:dk2>
        <a:srgbClr val="7247b8"/>
      </a:dk2>
      <a:lt2>
        <a:srgbClr val="0deee7"/>
      </a:lt2>
      <a:accent1>
        <a:srgbClr val="01507c"/>
      </a:accent1>
      <a:accent2>
        <a:srgbClr val="15d2cb"/>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Tech Startup by Slidesgo">
  <a:themeElements>
    <a:clrScheme name="Simple Light">
      <a:dk1>
        <a:srgbClr val="ffffff"/>
      </a:dk1>
      <a:lt1>
        <a:srgbClr val="091060"/>
      </a:lt1>
      <a:dk2>
        <a:srgbClr val="7247b8"/>
      </a:dk2>
      <a:lt2>
        <a:srgbClr val="0deee7"/>
      </a:lt2>
      <a:accent1>
        <a:srgbClr val="01507c"/>
      </a:accent1>
      <a:accent2>
        <a:srgbClr val="15d2cb"/>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Tech Startup by Slidesgo">
  <a:themeElements>
    <a:clrScheme name="Simple Light">
      <a:dk1>
        <a:srgbClr val="ffffff"/>
      </a:dk1>
      <a:lt1>
        <a:srgbClr val="091060"/>
      </a:lt1>
      <a:dk2>
        <a:srgbClr val="7247b8"/>
      </a:dk2>
      <a:lt2>
        <a:srgbClr val="0deee7"/>
      </a:lt2>
      <a:accent1>
        <a:srgbClr val="01507c"/>
      </a:accent1>
      <a:accent2>
        <a:srgbClr val="15d2cb"/>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Tech Startup by Slidesgo">
  <a:themeElements>
    <a:clrScheme name="Simple Light">
      <a:dk1>
        <a:srgbClr val="ffffff"/>
      </a:dk1>
      <a:lt1>
        <a:srgbClr val="091060"/>
      </a:lt1>
      <a:dk2>
        <a:srgbClr val="7247b8"/>
      </a:dk2>
      <a:lt2>
        <a:srgbClr val="0deee7"/>
      </a:lt2>
      <a:accent1>
        <a:srgbClr val="01507c"/>
      </a:accent1>
      <a:accent2>
        <a:srgbClr val="15d2cb"/>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Tech Startup by Slidesgo">
  <a:themeElements>
    <a:clrScheme name="Simple Light">
      <a:dk1>
        <a:srgbClr val="ffffff"/>
      </a:dk1>
      <a:lt1>
        <a:srgbClr val="091060"/>
      </a:lt1>
      <a:dk2>
        <a:srgbClr val="7247b8"/>
      </a:dk2>
      <a:lt2>
        <a:srgbClr val="0deee7"/>
      </a:lt2>
      <a:accent1>
        <a:srgbClr val="01507c"/>
      </a:accent1>
      <a:accent2>
        <a:srgbClr val="15d2cb"/>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1.xml><?xml version="1.0" encoding="utf-8"?>
<a:theme xmlns:a="http://schemas.openxmlformats.org/drawingml/2006/main" xmlns:r="http://schemas.openxmlformats.org/officeDocument/2006/relationships" name="Tech Startup by Slidesgo">
  <a:themeElements>
    <a:clrScheme name="Simple Light">
      <a:dk1>
        <a:srgbClr val="ffffff"/>
      </a:dk1>
      <a:lt1>
        <a:srgbClr val="091060"/>
      </a:lt1>
      <a:dk2>
        <a:srgbClr val="7247b8"/>
      </a:dk2>
      <a:lt2>
        <a:srgbClr val="0deee7"/>
      </a:lt2>
      <a:accent1>
        <a:srgbClr val="01507c"/>
      </a:accent1>
      <a:accent2>
        <a:srgbClr val="15d2cb"/>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2.xml><?xml version="1.0" encoding="utf-8"?>
<a:theme xmlns:a="http://schemas.openxmlformats.org/drawingml/2006/main" xmlns:r="http://schemas.openxmlformats.org/officeDocument/2006/relationships" name="Tech Startup by Slidesgo">
  <a:themeElements>
    <a:clrScheme name="Simple Light">
      <a:dk1>
        <a:srgbClr val="ffffff"/>
      </a:dk1>
      <a:lt1>
        <a:srgbClr val="091060"/>
      </a:lt1>
      <a:dk2>
        <a:srgbClr val="7247b8"/>
      </a:dk2>
      <a:lt2>
        <a:srgbClr val="0deee7"/>
      </a:lt2>
      <a:accent1>
        <a:srgbClr val="01507c"/>
      </a:accent1>
      <a:accent2>
        <a:srgbClr val="15d2cb"/>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3.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4.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5.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LibreOffice/7.6.7.2$Linux_X86_64 LibreOffice_project/60$Build-2</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2025-04-20T06:54:46Z</dcterms:created>
  <dc:creator>Unknown Creator</dc:creator>
  <dc:description/>
  <dc:language>en-US</dc:language>
  <cp:lastModifiedBy>Unknown Creator</cp:lastModifiedBy>
  <dcterms:modified xsi:type="dcterms:W3CDTF">2025-04-20T06:54:46Z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